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260" r:id="rId5"/>
    <p:sldId id="272" r:id="rId6"/>
    <p:sldId id="2147483634" r:id="rId7"/>
    <p:sldId id="257" r:id="rId8"/>
    <p:sldId id="2147483602" r:id="rId9"/>
    <p:sldId id="258" r:id="rId10"/>
    <p:sldId id="284" r:id="rId11"/>
    <p:sldId id="2147483636" r:id="rId12"/>
    <p:sldId id="256" r:id="rId13"/>
    <p:sldId id="2147483637" r:id="rId14"/>
    <p:sldId id="292" r:id="rId15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3D88"/>
    <a:srgbClr val="796650"/>
    <a:srgbClr val="143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4D6099-83E2-4992-B8FE-1E3CC835FEA4}" v="362" dt="2026-09-03T13:14:44.0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Помір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Помірний стиль 2 –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44" autoAdjust="0"/>
    <p:restoredTop sz="96357" autoAdjust="0"/>
  </p:normalViewPr>
  <p:slideViewPr>
    <p:cSldViewPr snapToGrid="0">
      <p:cViewPr varScale="1">
        <p:scale>
          <a:sx n="95" d="100"/>
          <a:sy n="95" d="100"/>
        </p:scale>
        <p:origin x="317" y="9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Sadkevich" userId="90c27408-4703-43b6-8697-faddf5131fb9" providerId="ADAL" clId="{8A1BBC27-8C20-42E1-90A9-248A08E140C7}"/>
    <pc:docChg chg="undo custSel addSld delSld modSld sldOrd">
      <pc:chgData name="Adam Sadkevich" userId="90c27408-4703-43b6-8697-faddf5131fb9" providerId="ADAL" clId="{8A1BBC27-8C20-42E1-90A9-248A08E140C7}" dt="2026-09-03T13:21:16.297" v="1504" actId="47"/>
      <pc:docMkLst>
        <pc:docMk/>
      </pc:docMkLst>
      <pc:sldChg chg="addSp delSp modSp add mod delAnim modAnim">
        <pc:chgData name="Adam Sadkevich" userId="90c27408-4703-43b6-8697-faddf5131fb9" providerId="ADAL" clId="{8A1BBC27-8C20-42E1-90A9-248A08E140C7}" dt="2026-09-03T12:08:33.769" v="746"/>
        <pc:sldMkLst>
          <pc:docMk/>
          <pc:sldMk cId="145622580" sldId="256"/>
        </pc:sldMkLst>
        <pc:spChg chg="mod">
          <ac:chgData name="Adam Sadkevich" userId="90c27408-4703-43b6-8697-faddf5131fb9" providerId="ADAL" clId="{8A1BBC27-8C20-42E1-90A9-248A08E140C7}" dt="2026-09-03T11:48:38.169" v="540" actId="20577"/>
          <ac:spMkLst>
            <pc:docMk/>
            <pc:sldMk cId="145622580" sldId="256"/>
            <ac:spMk id="2" creationId="{096DCA82-E013-4AD2-D890-553503691EC2}"/>
          </ac:spMkLst>
        </pc:spChg>
        <pc:spChg chg="add del mod">
          <ac:chgData name="Adam Sadkevich" userId="90c27408-4703-43b6-8697-faddf5131fb9" providerId="ADAL" clId="{8A1BBC27-8C20-42E1-90A9-248A08E140C7}" dt="2026-09-03T11:49:54.652" v="548"/>
          <ac:spMkLst>
            <pc:docMk/>
            <pc:sldMk cId="145622580" sldId="256"/>
            <ac:spMk id="7" creationId="{065D6F54-F00E-A405-6C05-21998D5EF696}"/>
          </ac:spMkLst>
        </pc:spChg>
        <pc:spChg chg="add mod">
          <ac:chgData name="Adam Sadkevich" userId="90c27408-4703-43b6-8697-faddf5131fb9" providerId="ADAL" clId="{8A1BBC27-8C20-42E1-90A9-248A08E140C7}" dt="2026-09-03T12:08:33.769" v="746"/>
          <ac:spMkLst>
            <pc:docMk/>
            <pc:sldMk cId="145622580" sldId="256"/>
            <ac:spMk id="8" creationId="{8527512B-83B3-FF00-3841-F17F1C3EAA38}"/>
          </ac:spMkLst>
        </pc:spChg>
        <pc:graphicFrameChg chg="modGraphic">
          <ac:chgData name="Adam Sadkevich" userId="90c27408-4703-43b6-8697-faddf5131fb9" providerId="ADAL" clId="{8A1BBC27-8C20-42E1-90A9-248A08E140C7}" dt="2026-09-03T11:49:09.947" v="542" actId="14100"/>
          <ac:graphicFrameMkLst>
            <pc:docMk/>
            <pc:sldMk cId="145622580" sldId="256"/>
            <ac:graphicFrameMk id="3" creationId="{45D36D44-E95A-2D95-8946-B364ADD27C29}"/>
          </ac:graphicFrameMkLst>
        </pc:graphicFrameChg>
        <pc:graphicFrameChg chg="del modGraphic">
          <ac:chgData name="Adam Sadkevich" userId="90c27408-4703-43b6-8697-faddf5131fb9" providerId="ADAL" clId="{8A1BBC27-8C20-42E1-90A9-248A08E140C7}" dt="2026-09-03T11:47:40.668" v="505" actId="478"/>
          <ac:graphicFrameMkLst>
            <pc:docMk/>
            <pc:sldMk cId="145622580" sldId="256"/>
            <ac:graphicFrameMk id="5" creationId="{FD98E9AE-1789-FC98-E70F-A0C07C23FFDC}"/>
          </ac:graphicFrameMkLst>
        </pc:graphicFrameChg>
      </pc:sldChg>
      <pc:sldChg chg="add del">
        <pc:chgData name="Adam Sadkevich" userId="90c27408-4703-43b6-8697-faddf5131fb9" providerId="ADAL" clId="{8A1BBC27-8C20-42E1-90A9-248A08E140C7}" dt="2026-09-03T11:47:20.024" v="500" actId="47"/>
        <pc:sldMkLst>
          <pc:docMk/>
          <pc:sldMk cId="305236154" sldId="256"/>
        </pc:sldMkLst>
      </pc:sldChg>
      <pc:sldChg chg="del">
        <pc:chgData name="Adam Sadkevich" userId="90c27408-4703-43b6-8697-faddf5131fb9" providerId="ADAL" clId="{8A1BBC27-8C20-42E1-90A9-248A08E140C7}" dt="2026-09-03T10:47:02.088" v="8" actId="47"/>
        <pc:sldMkLst>
          <pc:docMk/>
          <pc:sldMk cId="1546062539" sldId="256"/>
        </pc:sldMkLst>
      </pc:sldChg>
      <pc:sldChg chg="add del">
        <pc:chgData name="Adam Sadkevich" userId="90c27408-4703-43b6-8697-faddf5131fb9" providerId="ADAL" clId="{8A1BBC27-8C20-42E1-90A9-248A08E140C7}" dt="2026-09-03T11:47:31.949" v="502" actId="47"/>
        <pc:sldMkLst>
          <pc:docMk/>
          <pc:sldMk cId="2972461708" sldId="256"/>
        </pc:sldMkLst>
      </pc:sldChg>
      <pc:sldChg chg="addSp delSp modSp mod delAnim">
        <pc:chgData name="Adam Sadkevich" userId="90c27408-4703-43b6-8697-faddf5131fb9" providerId="ADAL" clId="{8A1BBC27-8C20-42E1-90A9-248A08E140C7}" dt="2026-09-03T11:14:45.722" v="458" actId="1076"/>
        <pc:sldMkLst>
          <pc:docMk/>
          <pc:sldMk cId="156741050" sldId="258"/>
        </pc:sldMkLst>
        <pc:spChg chg="mod">
          <ac:chgData name="Adam Sadkevich" userId="90c27408-4703-43b6-8697-faddf5131fb9" providerId="ADAL" clId="{8A1BBC27-8C20-42E1-90A9-248A08E140C7}" dt="2026-09-03T10:59:13.340" v="455" actId="14100"/>
          <ac:spMkLst>
            <pc:docMk/>
            <pc:sldMk cId="156741050" sldId="258"/>
            <ac:spMk id="4" creationId="{41E38F4E-1A79-6D81-7FE8-230205BD907D}"/>
          </ac:spMkLst>
        </pc:spChg>
        <pc:graphicFrameChg chg="add mod">
          <ac:chgData name="Adam Sadkevich" userId="90c27408-4703-43b6-8697-faddf5131fb9" providerId="ADAL" clId="{8A1BBC27-8C20-42E1-90A9-248A08E140C7}" dt="2026-09-03T11:14:45.722" v="458" actId="1076"/>
          <ac:graphicFrameMkLst>
            <pc:docMk/>
            <pc:sldMk cId="156741050" sldId="258"/>
            <ac:graphicFrameMk id="2" creationId="{2090A643-426C-97CC-3DAF-FC7634E22BEE}"/>
          </ac:graphicFrameMkLst>
        </pc:graphicFrameChg>
        <pc:picChg chg="del">
          <ac:chgData name="Adam Sadkevich" userId="90c27408-4703-43b6-8697-faddf5131fb9" providerId="ADAL" clId="{8A1BBC27-8C20-42E1-90A9-248A08E140C7}" dt="2026-09-03T11:13:46.583" v="456" actId="478"/>
          <ac:picMkLst>
            <pc:docMk/>
            <pc:sldMk cId="156741050" sldId="258"/>
            <ac:picMk id="3" creationId="{A5B51A41-C3D6-AE7D-0BD0-03EEA8BC2ACC}"/>
          </ac:picMkLst>
        </pc:picChg>
        <pc:picChg chg="mod">
          <ac:chgData name="Adam Sadkevich" userId="90c27408-4703-43b6-8697-faddf5131fb9" providerId="ADAL" clId="{8A1BBC27-8C20-42E1-90A9-248A08E140C7}" dt="2026-09-03T10:58:55.271" v="452" actId="14100"/>
          <ac:picMkLst>
            <pc:docMk/>
            <pc:sldMk cId="156741050" sldId="258"/>
            <ac:picMk id="1026" creationId="{21F07B85-3576-00F7-5CF5-366C42BBF8AF}"/>
          </ac:picMkLst>
        </pc:picChg>
      </pc:sldChg>
      <pc:sldChg chg="del">
        <pc:chgData name="Adam Sadkevich" userId="90c27408-4703-43b6-8697-faddf5131fb9" providerId="ADAL" clId="{8A1BBC27-8C20-42E1-90A9-248A08E140C7}" dt="2026-09-03T13:20:22.460" v="1458" actId="47"/>
        <pc:sldMkLst>
          <pc:docMk/>
          <pc:sldMk cId="1219285042" sldId="259"/>
        </pc:sldMkLst>
      </pc:sldChg>
      <pc:sldChg chg="del">
        <pc:chgData name="Adam Sadkevich" userId="90c27408-4703-43b6-8697-faddf5131fb9" providerId="ADAL" clId="{8A1BBC27-8C20-42E1-90A9-248A08E140C7}" dt="2026-09-03T13:20:32.775" v="1465" actId="47"/>
        <pc:sldMkLst>
          <pc:docMk/>
          <pc:sldMk cId="754265133" sldId="261"/>
        </pc:sldMkLst>
      </pc:sldChg>
      <pc:sldChg chg="del">
        <pc:chgData name="Adam Sadkevich" userId="90c27408-4703-43b6-8697-faddf5131fb9" providerId="ADAL" clId="{8A1BBC27-8C20-42E1-90A9-248A08E140C7}" dt="2026-09-03T10:58:04.642" v="435" actId="47"/>
        <pc:sldMkLst>
          <pc:docMk/>
          <pc:sldMk cId="2203748290" sldId="262"/>
        </pc:sldMkLst>
      </pc:sldChg>
      <pc:sldChg chg="del">
        <pc:chgData name="Adam Sadkevich" userId="90c27408-4703-43b6-8697-faddf5131fb9" providerId="ADAL" clId="{8A1BBC27-8C20-42E1-90A9-248A08E140C7}" dt="2026-09-03T13:20:19.388" v="1455" actId="47"/>
        <pc:sldMkLst>
          <pc:docMk/>
          <pc:sldMk cId="2270253938" sldId="263"/>
        </pc:sldMkLst>
      </pc:sldChg>
      <pc:sldChg chg="del">
        <pc:chgData name="Adam Sadkevich" userId="90c27408-4703-43b6-8697-faddf5131fb9" providerId="ADAL" clId="{8A1BBC27-8C20-42E1-90A9-248A08E140C7}" dt="2026-09-03T10:58:05.606" v="436" actId="47"/>
        <pc:sldMkLst>
          <pc:docMk/>
          <pc:sldMk cId="1125666080" sldId="264"/>
        </pc:sldMkLst>
      </pc:sldChg>
      <pc:sldChg chg="del">
        <pc:chgData name="Adam Sadkevich" userId="90c27408-4703-43b6-8697-faddf5131fb9" providerId="ADAL" clId="{8A1BBC27-8C20-42E1-90A9-248A08E140C7}" dt="2026-09-03T10:58:01.732" v="433" actId="47"/>
        <pc:sldMkLst>
          <pc:docMk/>
          <pc:sldMk cId="2323260062" sldId="265"/>
        </pc:sldMkLst>
      </pc:sldChg>
      <pc:sldChg chg="del">
        <pc:chgData name="Adam Sadkevich" userId="90c27408-4703-43b6-8697-faddf5131fb9" providerId="ADAL" clId="{8A1BBC27-8C20-42E1-90A9-248A08E140C7}" dt="2026-09-03T10:57:56.876" v="432" actId="47"/>
        <pc:sldMkLst>
          <pc:docMk/>
          <pc:sldMk cId="1594557464" sldId="266"/>
        </pc:sldMkLst>
      </pc:sldChg>
      <pc:sldChg chg="del">
        <pc:chgData name="Adam Sadkevich" userId="90c27408-4703-43b6-8697-faddf5131fb9" providerId="ADAL" clId="{8A1BBC27-8C20-42E1-90A9-248A08E140C7}" dt="2026-09-03T10:58:03.691" v="434" actId="47"/>
        <pc:sldMkLst>
          <pc:docMk/>
          <pc:sldMk cId="3188209524" sldId="267"/>
        </pc:sldMkLst>
      </pc:sldChg>
      <pc:sldChg chg="del">
        <pc:chgData name="Adam Sadkevich" userId="90c27408-4703-43b6-8697-faddf5131fb9" providerId="ADAL" clId="{8A1BBC27-8C20-42E1-90A9-248A08E140C7}" dt="2026-09-03T13:20:21.391" v="1457" actId="47"/>
        <pc:sldMkLst>
          <pc:docMk/>
          <pc:sldMk cId="2143198037" sldId="268"/>
        </pc:sldMkLst>
      </pc:sldChg>
      <pc:sldChg chg="del">
        <pc:chgData name="Adam Sadkevich" userId="90c27408-4703-43b6-8697-faddf5131fb9" providerId="ADAL" clId="{8A1BBC27-8C20-42E1-90A9-248A08E140C7}" dt="2026-09-03T13:20:11.863" v="1452" actId="47"/>
        <pc:sldMkLst>
          <pc:docMk/>
          <pc:sldMk cId="2723619020" sldId="269"/>
        </pc:sldMkLst>
      </pc:sldChg>
      <pc:sldChg chg="del">
        <pc:chgData name="Adam Sadkevich" userId="90c27408-4703-43b6-8697-faddf5131fb9" providerId="ADAL" clId="{8A1BBC27-8C20-42E1-90A9-248A08E140C7}" dt="2026-09-03T10:57:54.466" v="431" actId="47"/>
        <pc:sldMkLst>
          <pc:docMk/>
          <pc:sldMk cId="921207193" sldId="270"/>
        </pc:sldMkLst>
      </pc:sldChg>
      <pc:sldChg chg="del">
        <pc:chgData name="Adam Sadkevich" userId="90c27408-4703-43b6-8697-faddf5131fb9" providerId="ADAL" clId="{8A1BBC27-8C20-42E1-90A9-248A08E140C7}" dt="2026-09-03T13:20:39.813" v="1470" actId="47"/>
        <pc:sldMkLst>
          <pc:docMk/>
          <pc:sldMk cId="2137010912" sldId="271"/>
        </pc:sldMkLst>
      </pc:sldChg>
      <pc:sldChg chg="ord">
        <pc:chgData name="Adam Sadkevich" userId="90c27408-4703-43b6-8697-faddf5131fb9" providerId="ADAL" clId="{8A1BBC27-8C20-42E1-90A9-248A08E140C7}" dt="2026-09-03T10:46:58.907" v="7"/>
        <pc:sldMkLst>
          <pc:docMk/>
          <pc:sldMk cId="2965944705" sldId="272"/>
        </pc:sldMkLst>
      </pc:sldChg>
      <pc:sldChg chg="del">
        <pc:chgData name="Adam Sadkevich" userId="90c27408-4703-43b6-8697-faddf5131fb9" providerId="ADAL" clId="{8A1BBC27-8C20-42E1-90A9-248A08E140C7}" dt="2026-09-03T13:20:37.951" v="1468" actId="47"/>
        <pc:sldMkLst>
          <pc:docMk/>
          <pc:sldMk cId="1291095619" sldId="273"/>
        </pc:sldMkLst>
      </pc:sldChg>
      <pc:sldChg chg="del">
        <pc:chgData name="Adam Sadkevich" userId="90c27408-4703-43b6-8697-faddf5131fb9" providerId="ADAL" clId="{8A1BBC27-8C20-42E1-90A9-248A08E140C7}" dt="2026-09-03T10:47:03.101" v="9" actId="47"/>
        <pc:sldMkLst>
          <pc:docMk/>
          <pc:sldMk cId="27346742" sldId="274"/>
        </pc:sldMkLst>
      </pc:sldChg>
      <pc:sldChg chg="del">
        <pc:chgData name="Adam Sadkevich" userId="90c27408-4703-43b6-8697-faddf5131fb9" providerId="ADAL" clId="{8A1BBC27-8C20-42E1-90A9-248A08E140C7}" dt="2026-09-03T10:47:04.419" v="10" actId="47"/>
        <pc:sldMkLst>
          <pc:docMk/>
          <pc:sldMk cId="1636658466" sldId="275"/>
        </pc:sldMkLst>
      </pc:sldChg>
      <pc:sldChg chg="del">
        <pc:chgData name="Adam Sadkevich" userId="90c27408-4703-43b6-8697-faddf5131fb9" providerId="ADAL" clId="{8A1BBC27-8C20-42E1-90A9-248A08E140C7}" dt="2026-09-03T13:20:53.379" v="1485" actId="47"/>
        <pc:sldMkLst>
          <pc:docMk/>
          <pc:sldMk cId="2659982319" sldId="276"/>
        </pc:sldMkLst>
      </pc:sldChg>
      <pc:sldChg chg="del">
        <pc:chgData name="Adam Sadkevich" userId="90c27408-4703-43b6-8697-faddf5131fb9" providerId="ADAL" clId="{8A1BBC27-8C20-42E1-90A9-248A08E140C7}" dt="2026-09-03T13:21:05.347" v="1500" actId="47"/>
        <pc:sldMkLst>
          <pc:docMk/>
          <pc:sldMk cId="3927738435" sldId="277"/>
        </pc:sldMkLst>
      </pc:sldChg>
      <pc:sldChg chg="del">
        <pc:chgData name="Adam Sadkevich" userId="90c27408-4703-43b6-8697-faddf5131fb9" providerId="ADAL" clId="{8A1BBC27-8C20-42E1-90A9-248A08E140C7}" dt="2026-09-03T13:21:16.297" v="1504" actId="47"/>
        <pc:sldMkLst>
          <pc:docMk/>
          <pc:sldMk cId="1152209099" sldId="278"/>
        </pc:sldMkLst>
      </pc:sldChg>
      <pc:sldChg chg="del">
        <pc:chgData name="Adam Sadkevich" userId="90c27408-4703-43b6-8697-faddf5131fb9" providerId="ADAL" clId="{8A1BBC27-8C20-42E1-90A9-248A08E140C7}" dt="2026-09-03T13:21:03.529" v="1498" actId="47"/>
        <pc:sldMkLst>
          <pc:docMk/>
          <pc:sldMk cId="1425016787" sldId="279"/>
        </pc:sldMkLst>
      </pc:sldChg>
      <pc:sldChg chg="del">
        <pc:chgData name="Adam Sadkevich" userId="90c27408-4703-43b6-8697-faddf5131fb9" providerId="ADAL" clId="{8A1BBC27-8C20-42E1-90A9-248A08E140C7}" dt="2026-09-03T13:21:04.498" v="1499" actId="47"/>
        <pc:sldMkLst>
          <pc:docMk/>
          <pc:sldMk cId="1072427691" sldId="280"/>
        </pc:sldMkLst>
      </pc:sldChg>
      <pc:sldChg chg="del">
        <pc:chgData name="Adam Sadkevich" userId="90c27408-4703-43b6-8697-faddf5131fb9" providerId="ADAL" clId="{8A1BBC27-8C20-42E1-90A9-248A08E140C7}" dt="2026-09-03T13:20:59.500" v="1493" actId="47"/>
        <pc:sldMkLst>
          <pc:docMk/>
          <pc:sldMk cId="3136158790" sldId="281"/>
        </pc:sldMkLst>
      </pc:sldChg>
      <pc:sldChg chg="del">
        <pc:chgData name="Adam Sadkevich" userId="90c27408-4703-43b6-8697-faddf5131fb9" providerId="ADAL" clId="{8A1BBC27-8C20-42E1-90A9-248A08E140C7}" dt="2026-09-03T13:21:00.637" v="1494" actId="47"/>
        <pc:sldMkLst>
          <pc:docMk/>
          <pc:sldMk cId="207031360" sldId="282"/>
        </pc:sldMkLst>
      </pc:sldChg>
      <pc:sldChg chg="del">
        <pc:chgData name="Adam Sadkevich" userId="90c27408-4703-43b6-8697-faddf5131fb9" providerId="ADAL" clId="{8A1BBC27-8C20-42E1-90A9-248A08E140C7}" dt="2026-09-03T13:21:01.322" v="1495" actId="47"/>
        <pc:sldMkLst>
          <pc:docMk/>
          <pc:sldMk cId="3043789691" sldId="283"/>
        </pc:sldMkLst>
      </pc:sldChg>
      <pc:sldChg chg="addSp delSp modSp mod delAnim">
        <pc:chgData name="Adam Sadkevich" userId="90c27408-4703-43b6-8697-faddf5131fb9" providerId="ADAL" clId="{8A1BBC27-8C20-42E1-90A9-248A08E140C7}" dt="2026-09-03T11:47:15.716" v="499" actId="14100"/>
        <pc:sldMkLst>
          <pc:docMk/>
          <pc:sldMk cId="1518818765" sldId="284"/>
        </pc:sldMkLst>
        <pc:spChg chg="mod">
          <ac:chgData name="Adam Sadkevich" userId="90c27408-4703-43b6-8697-faddf5131fb9" providerId="ADAL" clId="{8A1BBC27-8C20-42E1-90A9-248A08E140C7}" dt="2026-09-03T11:31:50.595" v="468" actId="1076"/>
          <ac:spMkLst>
            <pc:docMk/>
            <pc:sldMk cId="1518818765" sldId="284"/>
            <ac:spMk id="4" creationId="{9FDEB7B3-4FA7-7AF9-0C37-7BCC148253B5}"/>
          </ac:spMkLst>
        </pc:spChg>
        <pc:spChg chg="del">
          <ac:chgData name="Adam Sadkevich" userId="90c27408-4703-43b6-8697-faddf5131fb9" providerId="ADAL" clId="{8A1BBC27-8C20-42E1-90A9-248A08E140C7}" dt="2026-09-03T11:31:35.467" v="466" actId="478"/>
          <ac:spMkLst>
            <pc:docMk/>
            <pc:sldMk cId="1518818765" sldId="284"/>
            <ac:spMk id="9" creationId="{C7B2A86B-C9F9-322E-415A-AD8E4CB196C5}"/>
          </ac:spMkLst>
        </pc:spChg>
        <pc:graphicFrameChg chg="add mod modGraphic">
          <ac:chgData name="Adam Sadkevich" userId="90c27408-4703-43b6-8697-faddf5131fb9" providerId="ADAL" clId="{8A1BBC27-8C20-42E1-90A9-248A08E140C7}" dt="2026-09-03T11:47:15.716" v="499" actId="14100"/>
          <ac:graphicFrameMkLst>
            <pc:docMk/>
            <pc:sldMk cId="1518818765" sldId="284"/>
            <ac:graphicFrameMk id="5" creationId="{6ABF968D-1854-6682-D87D-A6FDFDD375EE}"/>
          </ac:graphicFrameMkLst>
        </pc:graphicFrameChg>
        <pc:graphicFrameChg chg="del mod modGraphic">
          <ac:chgData name="Adam Sadkevich" userId="90c27408-4703-43b6-8697-faddf5131fb9" providerId="ADAL" clId="{8A1BBC27-8C20-42E1-90A9-248A08E140C7}" dt="2026-09-03T11:18:46.376" v="460" actId="478"/>
          <ac:graphicFrameMkLst>
            <pc:docMk/>
            <pc:sldMk cId="1518818765" sldId="284"/>
            <ac:graphicFrameMk id="7" creationId="{35DA72CC-AAB7-2DDA-3700-18FE76482F1D}"/>
          </ac:graphicFrameMkLst>
        </pc:graphicFrameChg>
      </pc:sldChg>
      <pc:sldChg chg="add del">
        <pc:chgData name="Adam Sadkevich" userId="90c27408-4703-43b6-8697-faddf5131fb9" providerId="ADAL" clId="{8A1BBC27-8C20-42E1-90A9-248A08E140C7}" dt="2026-09-03T11:50:25.707" v="554" actId="47"/>
        <pc:sldMkLst>
          <pc:docMk/>
          <pc:sldMk cId="3849041742" sldId="285"/>
        </pc:sldMkLst>
      </pc:sldChg>
      <pc:sldChg chg="del">
        <pc:chgData name="Adam Sadkevich" userId="90c27408-4703-43b6-8697-faddf5131fb9" providerId="ADAL" clId="{8A1BBC27-8C20-42E1-90A9-248A08E140C7}" dt="2026-09-03T12:13:44.100" v="747" actId="47"/>
        <pc:sldMkLst>
          <pc:docMk/>
          <pc:sldMk cId="317190550" sldId="286"/>
        </pc:sldMkLst>
      </pc:sldChg>
      <pc:sldChg chg="del">
        <pc:chgData name="Adam Sadkevich" userId="90c27408-4703-43b6-8697-faddf5131fb9" providerId="ADAL" clId="{8A1BBC27-8C20-42E1-90A9-248A08E140C7}" dt="2026-09-03T13:21:02.058" v="1496" actId="47"/>
        <pc:sldMkLst>
          <pc:docMk/>
          <pc:sldMk cId="2090332675" sldId="287"/>
        </pc:sldMkLst>
      </pc:sldChg>
      <pc:sldChg chg="addSp delSp modSp del mod">
        <pc:chgData name="Adam Sadkevich" userId="90c27408-4703-43b6-8697-faddf5131fb9" providerId="ADAL" clId="{8A1BBC27-8C20-42E1-90A9-248A08E140C7}" dt="2026-09-03T13:20:56.045" v="1488" actId="47"/>
        <pc:sldMkLst>
          <pc:docMk/>
          <pc:sldMk cId="1234709185" sldId="288"/>
        </pc:sldMkLst>
        <pc:spChg chg="mod">
          <ac:chgData name="Adam Sadkevich" userId="90c27408-4703-43b6-8697-faddf5131fb9" providerId="ADAL" clId="{8A1BBC27-8C20-42E1-90A9-248A08E140C7}" dt="2026-09-03T12:43:02.651" v="1084" actId="1076"/>
          <ac:spMkLst>
            <pc:docMk/>
            <pc:sldMk cId="1234709185" sldId="288"/>
            <ac:spMk id="11" creationId="{6D8BDFE3-48FE-1531-E152-C2B29B27B117}"/>
          </ac:spMkLst>
        </pc:spChg>
        <pc:graphicFrameChg chg="add mod modGraphic">
          <ac:chgData name="Adam Sadkevich" userId="90c27408-4703-43b6-8697-faddf5131fb9" providerId="ADAL" clId="{8A1BBC27-8C20-42E1-90A9-248A08E140C7}" dt="2026-09-03T12:40:12.985" v="941" actId="14100"/>
          <ac:graphicFrameMkLst>
            <pc:docMk/>
            <pc:sldMk cId="1234709185" sldId="288"/>
            <ac:graphicFrameMk id="5" creationId="{FC9B810D-7E7C-A1F9-CC9A-EE4C87B679AA}"/>
          </ac:graphicFrameMkLst>
        </pc:graphicFrameChg>
        <pc:graphicFrameChg chg="del mod">
          <ac:chgData name="Adam Sadkevich" userId="90c27408-4703-43b6-8697-faddf5131fb9" providerId="ADAL" clId="{8A1BBC27-8C20-42E1-90A9-248A08E140C7}" dt="2026-09-03T12:31:21.698" v="926" actId="478"/>
          <ac:graphicFrameMkLst>
            <pc:docMk/>
            <pc:sldMk cId="1234709185" sldId="288"/>
            <ac:graphicFrameMk id="7" creationId="{36305AEC-6720-07B6-B535-2BAEED6384FF}"/>
          </ac:graphicFrameMkLst>
        </pc:graphicFrameChg>
        <pc:graphicFrameChg chg="add mod modGraphic">
          <ac:chgData name="Adam Sadkevich" userId="90c27408-4703-43b6-8697-faddf5131fb9" providerId="ADAL" clId="{8A1BBC27-8C20-42E1-90A9-248A08E140C7}" dt="2026-09-03T12:39:53.216" v="937" actId="14100"/>
          <ac:graphicFrameMkLst>
            <pc:docMk/>
            <pc:sldMk cId="1234709185" sldId="288"/>
            <ac:graphicFrameMk id="8" creationId="{48A36809-B773-7FE6-E4DC-9DEB58A9E46B}"/>
          </ac:graphicFrameMkLst>
        </pc:graphicFrameChg>
        <pc:graphicFrameChg chg="del modGraphic">
          <ac:chgData name="Adam Sadkevich" userId="90c27408-4703-43b6-8697-faddf5131fb9" providerId="ADAL" clId="{8A1BBC27-8C20-42E1-90A9-248A08E140C7}" dt="2026-09-03T12:29:07.356" v="912" actId="478"/>
          <ac:graphicFrameMkLst>
            <pc:docMk/>
            <pc:sldMk cId="1234709185" sldId="288"/>
            <ac:graphicFrameMk id="10" creationId="{A7109707-9737-5C47-08B9-83D4A4EE8411}"/>
          </ac:graphicFrameMkLst>
        </pc:graphicFrameChg>
        <pc:graphicFrameChg chg="add del mod">
          <ac:chgData name="Adam Sadkevich" userId="90c27408-4703-43b6-8697-faddf5131fb9" providerId="ADAL" clId="{8A1BBC27-8C20-42E1-90A9-248A08E140C7}" dt="2026-09-03T12:33:25.624" v="930" actId="478"/>
          <ac:graphicFrameMkLst>
            <pc:docMk/>
            <pc:sldMk cId="1234709185" sldId="288"/>
            <ac:graphicFrameMk id="13" creationId="{59453D70-827A-D96D-EC53-F52BE55B8DCB}"/>
          </ac:graphicFrameMkLst>
        </pc:graphicFrameChg>
      </pc:sldChg>
      <pc:sldChg chg="del">
        <pc:chgData name="Adam Sadkevich" userId="90c27408-4703-43b6-8697-faddf5131fb9" providerId="ADAL" clId="{8A1BBC27-8C20-42E1-90A9-248A08E140C7}" dt="2026-09-03T13:21:06.255" v="1501" actId="47"/>
        <pc:sldMkLst>
          <pc:docMk/>
          <pc:sldMk cId="2157320344" sldId="289"/>
        </pc:sldMkLst>
      </pc:sldChg>
      <pc:sldChg chg="addSp delSp modSp del mod">
        <pc:chgData name="Adam Sadkevich" userId="90c27408-4703-43b6-8697-faddf5131fb9" providerId="ADAL" clId="{8A1BBC27-8C20-42E1-90A9-248A08E140C7}" dt="2026-09-03T13:20:52.802" v="1484" actId="47"/>
        <pc:sldMkLst>
          <pc:docMk/>
          <pc:sldMk cId="244423321" sldId="290"/>
        </pc:sldMkLst>
        <pc:spChg chg="mod">
          <ac:chgData name="Adam Sadkevich" userId="90c27408-4703-43b6-8697-faddf5131fb9" providerId="ADAL" clId="{8A1BBC27-8C20-42E1-90A9-248A08E140C7}" dt="2026-09-03T12:46:17.452" v="1098" actId="20577"/>
          <ac:spMkLst>
            <pc:docMk/>
            <pc:sldMk cId="244423321" sldId="290"/>
            <ac:spMk id="2" creationId="{8F4F5F39-E8EE-AA16-42F1-92AA4E92DE7C}"/>
          </ac:spMkLst>
        </pc:spChg>
        <pc:spChg chg="mod">
          <ac:chgData name="Adam Sadkevich" userId="90c27408-4703-43b6-8697-faddf5131fb9" providerId="ADAL" clId="{8A1BBC27-8C20-42E1-90A9-248A08E140C7}" dt="2026-09-03T12:46:23.544" v="1099" actId="1076"/>
          <ac:spMkLst>
            <pc:docMk/>
            <pc:sldMk cId="244423321" sldId="290"/>
            <ac:spMk id="4" creationId="{21648558-B6E3-0B08-447B-94ECED762E86}"/>
          </ac:spMkLst>
        </pc:spChg>
        <pc:spChg chg="add mod">
          <ac:chgData name="Adam Sadkevich" userId="90c27408-4703-43b6-8697-faddf5131fb9" providerId="ADAL" clId="{8A1BBC27-8C20-42E1-90A9-248A08E140C7}" dt="2026-09-03T13:02:52.569" v="1241" actId="255"/>
          <ac:spMkLst>
            <pc:docMk/>
            <pc:sldMk cId="244423321" sldId="290"/>
            <ac:spMk id="11" creationId="{7E4F9A02-D894-9113-4A17-1B0793A85BC8}"/>
          </ac:spMkLst>
        </pc:spChg>
        <pc:graphicFrameChg chg="add mod">
          <ac:chgData name="Adam Sadkevich" userId="90c27408-4703-43b6-8697-faddf5131fb9" providerId="ADAL" clId="{8A1BBC27-8C20-42E1-90A9-248A08E140C7}" dt="2026-09-03T12:44:09.187" v="1087"/>
          <ac:graphicFrameMkLst>
            <pc:docMk/>
            <pc:sldMk cId="244423321" sldId="290"/>
            <ac:graphicFrameMk id="5" creationId="{42203A8E-397F-E4E3-27D8-069623329F0A}"/>
          </ac:graphicFrameMkLst>
        </pc:graphicFrameChg>
        <pc:graphicFrameChg chg="del">
          <ac:chgData name="Adam Sadkevich" userId="90c27408-4703-43b6-8697-faddf5131fb9" providerId="ADAL" clId="{8A1BBC27-8C20-42E1-90A9-248A08E140C7}" dt="2026-09-03T12:44:08.429" v="1086" actId="478"/>
          <ac:graphicFrameMkLst>
            <pc:docMk/>
            <pc:sldMk cId="244423321" sldId="290"/>
            <ac:graphicFrameMk id="8" creationId="{22D489EB-65F2-50FA-9F05-EED565E6E755}"/>
          </ac:graphicFrameMkLst>
        </pc:graphicFrameChg>
        <pc:graphicFrameChg chg="add mod modGraphic">
          <ac:chgData name="Adam Sadkevich" userId="90c27408-4703-43b6-8697-faddf5131fb9" providerId="ADAL" clId="{8A1BBC27-8C20-42E1-90A9-248A08E140C7}" dt="2026-09-03T12:59:37.431" v="1104" actId="14100"/>
          <ac:graphicFrameMkLst>
            <pc:docMk/>
            <pc:sldMk cId="244423321" sldId="290"/>
            <ac:graphicFrameMk id="9" creationId="{6CD2D974-4FD4-603E-E3E6-ECE5A51D106D}"/>
          </ac:graphicFrameMkLst>
        </pc:graphicFrameChg>
      </pc:sldChg>
      <pc:sldChg chg="del">
        <pc:chgData name="Adam Sadkevich" userId="90c27408-4703-43b6-8697-faddf5131fb9" providerId="ADAL" clId="{8A1BBC27-8C20-42E1-90A9-248A08E140C7}" dt="2026-09-03T13:21:09.200" v="1503" actId="47"/>
        <pc:sldMkLst>
          <pc:docMk/>
          <pc:sldMk cId="2086800612" sldId="291"/>
        </pc:sldMkLst>
      </pc:sldChg>
      <pc:sldChg chg="addSp delSp modSp mod">
        <pc:chgData name="Adam Sadkevich" userId="90c27408-4703-43b6-8697-faddf5131fb9" providerId="ADAL" clId="{8A1BBC27-8C20-42E1-90A9-248A08E140C7}" dt="2026-09-03T13:19:38.001" v="1444" actId="1076"/>
        <pc:sldMkLst>
          <pc:docMk/>
          <pc:sldMk cId="846773700" sldId="292"/>
        </pc:sldMkLst>
        <pc:spChg chg="mod">
          <ac:chgData name="Adam Sadkevich" userId="90c27408-4703-43b6-8697-faddf5131fb9" providerId="ADAL" clId="{8A1BBC27-8C20-42E1-90A9-248A08E140C7}" dt="2026-09-03T13:19:11.453" v="1442" actId="20577"/>
          <ac:spMkLst>
            <pc:docMk/>
            <pc:sldMk cId="846773700" sldId="292"/>
            <ac:spMk id="11" creationId="{AEBC6E82-89CF-6627-FC5E-A84F3F117F2E}"/>
          </ac:spMkLst>
        </pc:spChg>
        <pc:graphicFrameChg chg="add mod modGraphic">
          <ac:chgData name="Adam Sadkevich" userId="90c27408-4703-43b6-8697-faddf5131fb9" providerId="ADAL" clId="{8A1BBC27-8C20-42E1-90A9-248A08E140C7}" dt="2026-09-03T13:15:02.700" v="1255" actId="14100"/>
          <ac:graphicFrameMkLst>
            <pc:docMk/>
            <pc:sldMk cId="846773700" sldId="292"/>
            <ac:graphicFrameMk id="5" creationId="{65C80AA8-A8E4-28A8-ACE9-646E361EB4C1}"/>
          </ac:graphicFrameMkLst>
        </pc:graphicFrameChg>
        <pc:graphicFrameChg chg="add mod modGraphic">
          <ac:chgData name="Adam Sadkevich" userId="90c27408-4703-43b6-8697-faddf5131fb9" providerId="ADAL" clId="{8A1BBC27-8C20-42E1-90A9-248A08E140C7}" dt="2026-09-03T13:15:12.818" v="1258" actId="14100"/>
          <ac:graphicFrameMkLst>
            <pc:docMk/>
            <pc:sldMk cId="846773700" sldId="292"/>
            <ac:graphicFrameMk id="8" creationId="{66649935-8030-371C-6211-FE427DFE3F2D}"/>
          </ac:graphicFrameMkLst>
        </pc:graphicFrameChg>
        <pc:graphicFrameChg chg="del">
          <ac:chgData name="Adam Sadkevich" userId="90c27408-4703-43b6-8697-faddf5131fb9" providerId="ADAL" clId="{8A1BBC27-8C20-42E1-90A9-248A08E140C7}" dt="2026-09-03T13:11:46.010" v="1242" actId="478"/>
          <ac:graphicFrameMkLst>
            <pc:docMk/>
            <pc:sldMk cId="846773700" sldId="292"/>
            <ac:graphicFrameMk id="10" creationId="{0887DA4F-0DA2-92AE-5D0F-87C35720C6CC}"/>
          </ac:graphicFrameMkLst>
        </pc:graphicFrameChg>
        <pc:picChg chg="add mod">
          <ac:chgData name="Adam Sadkevich" userId="90c27408-4703-43b6-8697-faddf5131fb9" providerId="ADAL" clId="{8A1BBC27-8C20-42E1-90A9-248A08E140C7}" dt="2026-09-03T13:19:38.001" v="1444" actId="1076"/>
          <ac:picMkLst>
            <pc:docMk/>
            <pc:sldMk cId="846773700" sldId="292"/>
            <ac:picMk id="12" creationId="{83F0A32B-D730-03C7-296E-3F3E6E997B41}"/>
          </ac:picMkLst>
        </pc:picChg>
      </pc:sldChg>
      <pc:sldChg chg="del">
        <pc:chgData name="Adam Sadkevich" userId="90c27408-4703-43b6-8697-faddf5131fb9" providerId="ADAL" clId="{8A1BBC27-8C20-42E1-90A9-248A08E140C7}" dt="2026-09-03T13:20:40.822" v="1471" actId="47"/>
        <pc:sldMkLst>
          <pc:docMk/>
          <pc:sldMk cId="90911957" sldId="293"/>
        </pc:sldMkLst>
      </pc:sldChg>
      <pc:sldChg chg="del">
        <pc:chgData name="Adam Sadkevich" userId="90c27408-4703-43b6-8697-faddf5131fb9" providerId="ADAL" clId="{8A1BBC27-8C20-42E1-90A9-248A08E140C7}" dt="2026-09-03T13:20:42.013" v="1472" actId="47"/>
        <pc:sldMkLst>
          <pc:docMk/>
          <pc:sldMk cId="1805201106" sldId="294"/>
        </pc:sldMkLst>
      </pc:sldChg>
      <pc:sldChg chg="del">
        <pc:chgData name="Adam Sadkevich" userId="90c27408-4703-43b6-8697-faddf5131fb9" providerId="ADAL" clId="{8A1BBC27-8C20-42E1-90A9-248A08E140C7}" dt="2026-09-03T13:20:43.490" v="1473" actId="47"/>
        <pc:sldMkLst>
          <pc:docMk/>
          <pc:sldMk cId="3941768399" sldId="295"/>
        </pc:sldMkLst>
      </pc:sldChg>
      <pc:sldChg chg="del">
        <pc:chgData name="Adam Sadkevich" userId="90c27408-4703-43b6-8697-faddf5131fb9" providerId="ADAL" clId="{8A1BBC27-8C20-42E1-90A9-248A08E140C7}" dt="2026-09-03T13:20:44.571" v="1474" actId="47"/>
        <pc:sldMkLst>
          <pc:docMk/>
          <pc:sldMk cId="3736223544" sldId="296"/>
        </pc:sldMkLst>
      </pc:sldChg>
      <pc:sldChg chg="del">
        <pc:chgData name="Adam Sadkevich" userId="90c27408-4703-43b6-8697-faddf5131fb9" providerId="ADAL" clId="{8A1BBC27-8C20-42E1-90A9-248A08E140C7}" dt="2026-09-03T13:20:45.419" v="1475" actId="47"/>
        <pc:sldMkLst>
          <pc:docMk/>
          <pc:sldMk cId="3120665935" sldId="297"/>
        </pc:sldMkLst>
      </pc:sldChg>
      <pc:sldChg chg="del">
        <pc:chgData name="Adam Sadkevich" userId="90c27408-4703-43b6-8697-faddf5131fb9" providerId="ADAL" clId="{8A1BBC27-8C20-42E1-90A9-248A08E140C7}" dt="2026-09-03T13:20:46.244" v="1476" actId="47"/>
        <pc:sldMkLst>
          <pc:docMk/>
          <pc:sldMk cId="3362551249" sldId="298"/>
        </pc:sldMkLst>
      </pc:sldChg>
      <pc:sldChg chg="del">
        <pc:chgData name="Adam Sadkevich" userId="90c27408-4703-43b6-8697-faddf5131fb9" providerId="ADAL" clId="{8A1BBC27-8C20-42E1-90A9-248A08E140C7}" dt="2026-09-03T13:20:47.284" v="1477" actId="47"/>
        <pc:sldMkLst>
          <pc:docMk/>
          <pc:sldMk cId="1382987268" sldId="299"/>
        </pc:sldMkLst>
      </pc:sldChg>
      <pc:sldChg chg="del">
        <pc:chgData name="Adam Sadkevich" userId="90c27408-4703-43b6-8697-faddf5131fb9" providerId="ADAL" clId="{8A1BBC27-8C20-42E1-90A9-248A08E140C7}" dt="2026-09-03T13:20:29.340" v="1463" actId="47"/>
        <pc:sldMkLst>
          <pc:docMk/>
          <pc:sldMk cId="1066893588" sldId="300"/>
        </pc:sldMkLst>
      </pc:sldChg>
      <pc:sldChg chg="del">
        <pc:chgData name="Adam Sadkevich" userId="90c27408-4703-43b6-8697-faddf5131fb9" providerId="ADAL" clId="{8A1BBC27-8C20-42E1-90A9-248A08E140C7}" dt="2026-09-03T13:20:48.175" v="1478" actId="47"/>
        <pc:sldMkLst>
          <pc:docMk/>
          <pc:sldMk cId="1358795412" sldId="301"/>
        </pc:sldMkLst>
      </pc:sldChg>
      <pc:sldChg chg="del">
        <pc:chgData name="Adam Sadkevich" userId="90c27408-4703-43b6-8697-faddf5131fb9" providerId="ADAL" clId="{8A1BBC27-8C20-42E1-90A9-248A08E140C7}" dt="2026-09-03T13:20:49.071" v="1479" actId="47"/>
        <pc:sldMkLst>
          <pc:docMk/>
          <pc:sldMk cId="499443870" sldId="302"/>
        </pc:sldMkLst>
      </pc:sldChg>
      <pc:sldChg chg="del">
        <pc:chgData name="Adam Sadkevich" userId="90c27408-4703-43b6-8697-faddf5131fb9" providerId="ADAL" clId="{8A1BBC27-8C20-42E1-90A9-248A08E140C7}" dt="2026-09-03T13:20:49.818" v="1480" actId="47"/>
        <pc:sldMkLst>
          <pc:docMk/>
          <pc:sldMk cId="1117956101" sldId="303"/>
        </pc:sldMkLst>
      </pc:sldChg>
      <pc:sldChg chg="del">
        <pc:chgData name="Adam Sadkevich" userId="90c27408-4703-43b6-8697-faddf5131fb9" providerId="ADAL" clId="{8A1BBC27-8C20-42E1-90A9-248A08E140C7}" dt="2026-09-03T13:20:50.386" v="1481" actId="47"/>
        <pc:sldMkLst>
          <pc:docMk/>
          <pc:sldMk cId="1445801795" sldId="304"/>
        </pc:sldMkLst>
      </pc:sldChg>
      <pc:sldChg chg="del">
        <pc:chgData name="Adam Sadkevich" userId="90c27408-4703-43b6-8697-faddf5131fb9" providerId="ADAL" clId="{8A1BBC27-8C20-42E1-90A9-248A08E140C7}" dt="2026-09-03T13:20:51.019" v="1482" actId="47"/>
        <pc:sldMkLst>
          <pc:docMk/>
          <pc:sldMk cId="3617502635" sldId="305"/>
        </pc:sldMkLst>
      </pc:sldChg>
      <pc:sldChg chg="del">
        <pc:chgData name="Adam Sadkevich" userId="90c27408-4703-43b6-8697-faddf5131fb9" providerId="ADAL" clId="{8A1BBC27-8C20-42E1-90A9-248A08E140C7}" dt="2026-09-03T13:20:51.808" v="1483" actId="47"/>
        <pc:sldMkLst>
          <pc:docMk/>
          <pc:sldMk cId="3565905511" sldId="306"/>
        </pc:sldMkLst>
      </pc:sldChg>
      <pc:sldChg chg="del">
        <pc:chgData name="Adam Sadkevich" userId="90c27408-4703-43b6-8697-faddf5131fb9" providerId="ADAL" clId="{8A1BBC27-8C20-42E1-90A9-248A08E140C7}" dt="2026-09-03T13:21:07.738" v="1502" actId="47"/>
        <pc:sldMkLst>
          <pc:docMk/>
          <pc:sldMk cId="4106678880" sldId="307"/>
        </pc:sldMkLst>
      </pc:sldChg>
      <pc:sldChg chg="del">
        <pc:chgData name="Adam Sadkevich" userId="90c27408-4703-43b6-8697-faddf5131fb9" providerId="ADAL" clId="{8A1BBC27-8C20-42E1-90A9-248A08E140C7}" dt="2026-09-03T13:19:56.235" v="1446" actId="47"/>
        <pc:sldMkLst>
          <pc:docMk/>
          <pc:sldMk cId="1601704444" sldId="308"/>
        </pc:sldMkLst>
      </pc:sldChg>
      <pc:sldChg chg="del">
        <pc:chgData name="Adam Sadkevich" userId="90c27408-4703-43b6-8697-faddf5131fb9" providerId="ADAL" clId="{8A1BBC27-8C20-42E1-90A9-248A08E140C7}" dt="2026-09-03T13:20:00.712" v="1447" actId="47"/>
        <pc:sldMkLst>
          <pc:docMk/>
          <pc:sldMk cId="1752669049" sldId="309"/>
        </pc:sldMkLst>
      </pc:sldChg>
      <pc:sldChg chg="del">
        <pc:chgData name="Adam Sadkevich" userId="90c27408-4703-43b6-8697-faddf5131fb9" providerId="ADAL" clId="{8A1BBC27-8C20-42E1-90A9-248A08E140C7}" dt="2026-09-03T13:20:02.891" v="1448" actId="47"/>
        <pc:sldMkLst>
          <pc:docMk/>
          <pc:sldMk cId="2734988465" sldId="310"/>
        </pc:sldMkLst>
      </pc:sldChg>
      <pc:sldChg chg="del">
        <pc:chgData name="Adam Sadkevich" userId="90c27408-4703-43b6-8697-faddf5131fb9" providerId="ADAL" clId="{8A1BBC27-8C20-42E1-90A9-248A08E140C7}" dt="2026-09-03T13:20:05.452" v="1449" actId="47"/>
        <pc:sldMkLst>
          <pc:docMk/>
          <pc:sldMk cId="827522158" sldId="311"/>
        </pc:sldMkLst>
      </pc:sldChg>
      <pc:sldChg chg="del">
        <pc:chgData name="Adam Sadkevich" userId="90c27408-4703-43b6-8697-faddf5131fb9" providerId="ADAL" clId="{8A1BBC27-8C20-42E1-90A9-248A08E140C7}" dt="2026-09-03T10:48:02.379" v="12" actId="47"/>
        <pc:sldMkLst>
          <pc:docMk/>
          <pc:sldMk cId="2151169468" sldId="312"/>
        </pc:sldMkLst>
      </pc:sldChg>
      <pc:sldChg chg="del">
        <pc:chgData name="Adam Sadkevich" userId="90c27408-4703-43b6-8697-faddf5131fb9" providerId="ADAL" clId="{8A1BBC27-8C20-42E1-90A9-248A08E140C7}" dt="2026-09-03T10:48:06.161" v="13" actId="47"/>
        <pc:sldMkLst>
          <pc:docMk/>
          <pc:sldMk cId="1924427207" sldId="313"/>
        </pc:sldMkLst>
      </pc:sldChg>
      <pc:sldChg chg="del">
        <pc:chgData name="Adam Sadkevich" userId="90c27408-4703-43b6-8697-faddf5131fb9" providerId="ADAL" clId="{8A1BBC27-8C20-42E1-90A9-248A08E140C7}" dt="2026-09-03T13:20:36.454" v="1467" actId="47"/>
        <pc:sldMkLst>
          <pc:docMk/>
          <pc:sldMk cId="1288153992" sldId="314"/>
        </pc:sldMkLst>
      </pc:sldChg>
      <pc:sldChg chg="del">
        <pc:chgData name="Adam Sadkevich" userId="90c27408-4703-43b6-8697-faddf5131fb9" providerId="ADAL" clId="{8A1BBC27-8C20-42E1-90A9-248A08E140C7}" dt="2026-09-03T13:20:34.867" v="1466" actId="47"/>
        <pc:sldMkLst>
          <pc:docMk/>
          <pc:sldMk cId="2676040837" sldId="315"/>
        </pc:sldMkLst>
      </pc:sldChg>
      <pc:sldChg chg="del">
        <pc:chgData name="Adam Sadkevich" userId="90c27408-4703-43b6-8697-faddf5131fb9" providerId="ADAL" clId="{8A1BBC27-8C20-42E1-90A9-248A08E140C7}" dt="2026-09-03T13:20:58.024" v="1491" actId="47"/>
        <pc:sldMkLst>
          <pc:docMk/>
          <pc:sldMk cId="86365468" sldId="760"/>
        </pc:sldMkLst>
      </pc:sldChg>
      <pc:sldChg chg="del">
        <pc:chgData name="Adam Sadkevich" userId="90c27408-4703-43b6-8697-faddf5131fb9" providerId="ADAL" clId="{8A1BBC27-8C20-42E1-90A9-248A08E140C7}" dt="2026-09-03T13:20:57.306" v="1490" actId="47"/>
        <pc:sldMkLst>
          <pc:docMk/>
          <pc:sldMk cId="1026722738" sldId="2147479925"/>
        </pc:sldMkLst>
      </pc:sldChg>
      <pc:sldChg chg="del">
        <pc:chgData name="Adam Sadkevich" userId="90c27408-4703-43b6-8697-faddf5131fb9" providerId="ADAL" clId="{8A1BBC27-8C20-42E1-90A9-248A08E140C7}" dt="2026-09-03T13:20:54.256" v="1486" actId="47"/>
        <pc:sldMkLst>
          <pc:docMk/>
          <pc:sldMk cId="3959172735" sldId="2147480431"/>
        </pc:sldMkLst>
      </pc:sldChg>
      <pc:sldChg chg="del">
        <pc:chgData name="Adam Sadkevich" userId="90c27408-4703-43b6-8697-faddf5131fb9" providerId="ADAL" clId="{8A1BBC27-8C20-42E1-90A9-248A08E140C7}" dt="2026-09-03T13:20:58.781" v="1492" actId="47"/>
        <pc:sldMkLst>
          <pc:docMk/>
          <pc:sldMk cId="1513236160" sldId="2147480432"/>
        </pc:sldMkLst>
      </pc:sldChg>
      <pc:sldChg chg="del">
        <pc:chgData name="Adam Sadkevich" userId="90c27408-4703-43b6-8697-faddf5131fb9" providerId="ADAL" clId="{8A1BBC27-8C20-42E1-90A9-248A08E140C7}" dt="2026-09-03T13:20:55.192" v="1487" actId="47"/>
        <pc:sldMkLst>
          <pc:docMk/>
          <pc:sldMk cId="3828392213" sldId="2147480433"/>
        </pc:sldMkLst>
      </pc:sldChg>
      <pc:sldChg chg="del">
        <pc:chgData name="Adam Sadkevich" userId="90c27408-4703-43b6-8697-faddf5131fb9" providerId="ADAL" clId="{8A1BBC27-8C20-42E1-90A9-248A08E140C7}" dt="2026-09-03T13:20:56.571" v="1489" actId="47"/>
        <pc:sldMkLst>
          <pc:docMk/>
          <pc:sldMk cId="13696378" sldId="2147480434"/>
        </pc:sldMkLst>
      </pc:sldChg>
      <pc:sldChg chg="del">
        <pc:chgData name="Adam Sadkevich" userId="90c27408-4703-43b6-8697-faddf5131fb9" providerId="ADAL" clId="{8A1BBC27-8C20-42E1-90A9-248A08E140C7}" dt="2026-09-03T13:21:02.708" v="1497" actId="47"/>
        <pc:sldMkLst>
          <pc:docMk/>
          <pc:sldMk cId="3457776780" sldId="2147483493"/>
        </pc:sldMkLst>
      </pc:sldChg>
      <pc:sldChg chg="modSp mod">
        <pc:chgData name="Adam Sadkevich" userId="90c27408-4703-43b6-8697-faddf5131fb9" providerId="ADAL" clId="{8A1BBC27-8C20-42E1-90A9-248A08E140C7}" dt="2026-09-03T10:58:17.307" v="443" actId="20577"/>
        <pc:sldMkLst>
          <pc:docMk/>
          <pc:sldMk cId="1118018112" sldId="2147483602"/>
        </pc:sldMkLst>
        <pc:spChg chg="mod">
          <ac:chgData name="Adam Sadkevich" userId="90c27408-4703-43b6-8697-faddf5131fb9" providerId="ADAL" clId="{8A1BBC27-8C20-42E1-90A9-248A08E140C7}" dt="2026-09-03T10:58:17.307" v="443" actId="20577"/>
          <ac:spMkLst>
            <pc:docMk/>
            <pc:sldMk cId="1118018112" sldId="2147483602"/>
            <ac:spMk id="2" creationId="{8A41CA09-94EC-B2A4-8E01-D64E64B20E25}"/>
          </ac:spMkLst>
        </pc:spChg>
      </pc:sldChg>
      <pc:sldChg chg="del">
        <pc:chgData name="Adam Sadkevich" userId="90c27408-4703-43b6-8697-faddf5131fb9" providerId="ADAL" clId="{8A1BBC27-8C20-42E1-90A9-248A08E140C7}" dt="2026-09-03T13:20:15.388" v="1453" actId="47"/>
        <pc:sldMkLst>
          <pc:docMk/>
          <pc:sldMk cId="786648320" sldId="2147483603"/>
        </pc:sldMkLst>
      </pc:sldChg>
      <pc:sldChg chg="del">
        <pc:chgData name="Adam Sadkevich" userId="90c27408-4703-43b6-8697-faddf5131fb9" providerId="ADAL" clId="{8A1BBC27-8C20-42E1-90A9-248A08E140C7}" dt="2026-09-03T13:20:17.901" v="1454" actId="47"/>
        <pc:sldMkLst>
          <pc:docMk/>
          <pc:sldMk cId="2673799851" sldId="2147483604"/>
        </pc:sldMkLst>
      </pc:sldChg>
      <pc:sldChg chg="del">
        <pc:chgData name="Adam Sadkevich" userId="90c27408-4703-43b6-8697-faddf5131fb9" providerId="ADAL" clId="{8A1BBC27-8C20-42E1-90A9-248A08E140C7}" dt="2026-09-03T13:20:26.437" v="1461" actId="47"/>
        <pc:sldMkLst>
          <pc:docMk/>
          <pc:sldMk cId="3347205397" sldId="2147483606"/>
        </pc:sldMkLst>
      </pc:sldChg>
      <pc:sldChg chg="del">
        <pc:chgData name="Adam Sadkevich" userId="90c27408-4703-43b6-8697-faddf5131fb9" providerId="ADAL" clId="{8A1BBC27-8C20-42E1-90A9-248A08E140C7}" dt="2026-09-03T13:20:20.314" v="1456" actId="47"/>
        <pc:sldMkLst>
          <pc:docMk/>
          <pc:sldMk cId="3107596423" sldId="2147483607"/>
        </pc:sldMkLst>
      </pc:sldChg>
      <pc:sldChg chg="del">
        <pc:chgData name="Adam Sadkevich" userId="90c27408-4703-43b6-8697-faddf5131fb9" providerId="ADAL" clId="{8A1BBC27-8C20-42E1-90A9-248A08E140C7}" dt="2026-09-03T13:20:30.277" v="1464" actId="47"/>
        <pc:sldMkLst>
          <pc:docMk/>
          <pc:sldMk cId="1914964440" sldId="2147483609"/>
        </pc:sldMkLst>
      </pc:sldChg>
      <pc:sldChg chg="del">
        <pc:chgData name="Adam Sadkevich" userId="90c27408-4703-43b6-8697-faddf5131fb9" providerId="ADAL" clId="{8A1BBC27-8C20-42E1-90A9-248A08E140C7}" dt="2026-09-03T13:20:38.910" v="1469" actId="47"/>
        <pc:sldMkLst>
          <pc:docMk/>
          <pc:sldMk cId="3892627687" sldId="2147483610"/>
        </pc:sldMkLst>
      </pc:sldChg>
      <pc:sldChg chg="del">
        <pc:chgData name="Adam Sadkevich" userId="90c27408-4703-43b6-8697-faddf5131fb9" providerId="ADAL" clId="{8A1BBC27-8C20-42E1-90A9-248A08E140C7}" dt="2026-09-03T13:20:25.324" v="1460" actId="47"/>
        <pc:sldMkLst>
          <pc:docMk/>
          <pc:sldMk cId="2224901396" sldId="2147483616"/>
        </pc:sldMkLst>
      </pc:sldChg>
      <pc:sldChg chg="del">
        <pc:chgData name="Adam Sadkevich" userId="90c27408-4703-43b6-8697-faddf5131fb9" providerId="ADAL" clId="{8A1BBC27-8C20-42E1-90A9-248A08E140C7}" dt="2026-09-03T13:20:28.334" v="1462" actId="47"/>
        <pc:sldMkLst>
          <pc:docMk/>
          <pc:sldMk cId="3178050743" sldId="2147483617"/>
        </pc:sldMkLst>
      </pc:sldChg>
      <pc:sldChg chg="delSp modSp del mod delAnim">
        <pc:chgData name="Adam Sadkevich" userId="90c27408-4703-43b6-8697-faddf5131fb9" providerId="ADAL" clId="{8A1BBC27-8C20-42E1-90A9-248A08E140C7}" dt="2026-09-03T10:48:00.839" v="11" actId="47"/>
        <pc:sldMkLst>
          <pc:docMk/>
          <pc:sldMk cId="2309469877" sldId="2147483630"/>
        </pc:sldMkLst>
        <pc:spChg chg="del">
          <ac:chgData name="Adam Sadkevich" userId="90c27408-4703-43b6-8697-faddf5131fb9" providerId="ADAL" clId="{8A1BBC27-8C20-42E1-90A9-248A08E140C7}" dt="2026-09-03T10:44:44.691" v="2" actId="478"/>
          <ac:spMkLst>
            <pc:docMk/>
            <pc:sldMk cId="2309469877" sldId="2147483630"/>
            <ac:spMk id="4" creationId="{2D209338-FDFC-A3BD-C44F-68DCDC42ED1F}"/>
          </ac:spMkLst>
        </pc:spChg>
        <pc:picChg chg="del">
          <ac:chgData name="Adam Sadkevich" userId="90c27408-4703-43b6-8697-faddf5131fb9" providerId="ADAL" clId="{8A1BBC27-8C20-42E1-90A9-248A08E140C7}" dt="2026-09-03T10:44:41.612" v="1" actId="478"/>
          <ac:picMkLst>
            <pc:docMk/>
            <pc:sldMk cId="2309469877" sldId="2147483630"/>
            <ac:picMk id="2" creationId="{7AE866B9-B41B-18DA-558B-8CBC86BD6E4A}"/>
          </ac:picMkLst>
        </pc:picChg>
        <pc:picChg chg="mod">
          <ac:chgData name="Adam Sadkevich" userId="90c27408-4703-43b6-8697-faddf5131fb9" providerId="ADAL" clId="{8A1BBC27-8C20-42E1-90A9-248A08E140C7}" dt="2026-09-03T10:44:49.860" v="3" actId="1076"/>
          <ac:picMkLst>
            <pc:docMk/>
            <pc:sldMk cId="2309469877" sldId="2147483630"/>
            <ac:picMk id="3" creationId="{BCD2699E-0113-6EAE-7248-FF25DB58CA24}"/>
          </ac:picMkLst>
        </pc:picChg>
        <pc:picChg chg="mod">
          <ac:chgData name="Adam Sadkevich" userId="90c27408-4703-43b6-8697-faddf5131fb9" providerId="ADAL" clId="{8A1BBC27-8C20-42E1-90A9-248A08E140C7}" dt="2026-09-03T10:45:05.570" v="5" actId="14100"/>
          <ac:picMkLst>
            <pc:docMk/>
            <pc:sldMk cId="2309469877" sldId="2147483630"/>
            <ac:picMk id="5" creationId="{B030D5A9-3E8C-394A-727C-446464324474}"/>
          </ac:picMkLst>
        </pc:picChg>
      </pc:sldChg>
      <pc:sldChg chg="addSp delSp modSp mod delAnim">
        <pc:chgData name="Adam Sadkevich" userId="90c27408-4703-43b6-8697-faddf5131fb9" providerId="ADAL" clId="{8A1BBC27-8C20-42E1-90A9-248A08E140C7}" dt="2026-09-03T10:57:14.803" v="428" actId="20577"/>
        <pc:sldMkLst>
          <pc:docMk/>
          <pc:sldMk cId="5695440" sldId="2147483634"/>
        </pc:sldMkLst>
        <pc:spChg chg="add mod">
          <ac:chgData name="Adam Sadkevich" userId="90c27408-4703-43b6-8697-faddf5131fb9" providerId="ADAL" clId="{8A1BBC27-8C20-42E1-90A9-248A08E140C7}" dt="2026-09-03T10:57:14.803" v="428" actId="20577"/>
          <ac:spMkLst>
            <pc:docMk/>
            <pc:sldMk cId="5695440" sldId="2147483634"/>
            <ac:spMk id="3" creationId="{C44A4541-C544-FD5E-AB74-C4E0B7545A08}"/>
          </ac:spMkLst>
        </pc:spChg>
        <pc:picChg chg="del">
          <ac:chgData name="Adam Sadkevich" userId="90c27408-4703-43b6-8697-faddf5131fb9" providerId="ADAL" clId="{8A1BBC27-8C20-42E1-90A9-248A08E140C7}" dt="2026-09-03T10:48:15.211" v="14" actId="478"/>
          <ac:picMkLst>
            <pc:docMk/>
            <pc:sldMk cId="5695440" sldId="2147483634"/>
            <ac:picMk id="4" creationId="{225E3418-0FC0-78EA-DE49-C42B6F594307}"/>
          </ac:picMkLst>
        </pc:picChg>
      </pc:sldChg>
      <pc:sldChg chg="addSp delSp modSp mod delAnim modAnim">
        <pc:chgData name="Adam Sadkevich" userId="90c27408-4703-43b6-8697-faddf5131fb9" providerId="ADAL" clId="{8A1BBC27-8C20-42E1-90A9-248A08E140C7}" dt="2026-09-03T11:48:09.448" v="520" actId="14100"/>
        <pc:sldMkLst>
          <pc:docMk/>
          <pc:sldMk cId="703126259" sldId="2147483636"/>
        </pc:sldMkLst>
        <pc:spChg chg="mod">
          <ac:chgData name="Adam Sadkevich" userId="90c27408-4703-43b6-8697-faddf5131fb9" providerId="ADAL" clId="{8A1BBC27-8C20-42E1-90A9-248A08E140C7}" dt="2026-09-03T11:48:04.962" v="519" actId="20577"/>
          <ac:spMkLst>
            <pc:docMk/>
            <pc:sldMk cId="703126259" sldId="2147483636"/>
            <ac:spMk id="2" creationId="{F469D8B6-2829-63CA-5FD9-A64E60BE7D40}"/>
          </ac:spMkLst>
        </pc:spChg>
        <pc:spChg chg="del">
          <ac:chgData name="Adam Sadkevich" userId="90c27408-4703-43b6-8697-faddf5131fb9" providerId="ADAL" clId="{8A1BBC27-8C20-42E1-90A9-248A08E140C7}" dt="2026-09-03T11:48:00.356" v="509" actId="478"/>
          <ac:spMkLst>
            <pc:docMk/>
            <pc:sldMk cId="703126259" sldId="2147483636"/>
            <ac:spMk id="4" creationId="{312DA37B-B6F0-AD72-05E6-4C706D4069B8}"/>
          </ac:spMkLst>
        </pc:spChg>
        <pc:graphicFrameChg chg="add del mod modGraphic">
          <ac:chgData name="Adam Sadkevich" userId="90c27408-4703-43b6-8697-faddf5131fb9" providerId="ADAL" clId="{8A1BBC27-8C20-42E1-90A9-248A08E140C7}" dt="2026-09-03T11:47:54.641" v="507" actId="478"/>
          <ac:graphicFrameMkLst>
            <pc:docMk/>
            <pc:sldMk cId="703126259" sldId="2147483636"/>
            <ac:graphicFrameMk id="3" creationId="{21030FED-22BC-F701-ED2D-6A210F1A7B08}"/>
          </ac:graphicFrameMkLst>
        </pc:graphicFrameChg>
        <pc:graphicFrameChg chg="add mod modGraphic">
          <ac:chgData name="Adam Sadkevich" userId="90c27408-4703-43b6-8697-faddf5131fb9" providerId="ADAL" clId="{8A1BBC27-8C20-42E1-90A9-248A08E140C7}" dt="2026-09-03T11:48:09.448" v="520" actId="14100"/>
          <ac:graphicFrameMkLst>
            <pc:docMk/>
            <pc:sldMk cId="703126259" sldId="2147483636"/>
            <ac:graphicFrameMk id="5" creationId="{7FD48696-D72C-FC29-201B-28DA223EC38E}"/>
          </ac:graphicFrameMkLst>
        </pc:graphicFrameChg>
        <pc:graphicFrameChg chg="del">
          <ac:chgData name="Adam Sadkevich" userId="90c27408-4703-43b6-8697-faddf5131fb9" providerId="ADAL" clId="{8A1BBC27-8C20-42E1-90A9-248A08E140C7}" dt="2026-09-03T11:36:19.098" v="471" actId="478"/>
          <ac:graphicFrameMkLst>
            <pc:docMk/>
            <pc:sldMk cId="703126259" sldId="2147483636"/>
            <ac:graphicFrameMk id="7" creationId="{C86D9BE8-FBB0-B9FF-0E38-B34930853CC2}"/>
          </ac:graphicFrameMkLst>
        </pc:graphicFrameChg>
      </pc:sldChg>
      <pc:sldChg chg="addSp delSp modSp mod modAnim">
        <pc:chgData name="Adam Sadkevich" userId="90c27408-4703-43b6-8697-faddf5131fb9" providerId="ADAL" clId="{8A1BBC27-8C20-42E1-90A9-248A08E140C7}" dt="2026-09-03T12:23:51.798" v="904" actId="1076"/>
        <pc:sldMkLst>
          <pc:docMk/>
          <pc:sldMk cId="1094905383" sldId="2147483637"/>
        </pc:sldMkLst>
        <pc:spChg chg="mod">
          <ac:chgData name="Adam Sadkevich" userId="90c27408-4703-43b6-8697-faddf5131fb9" providerId="ADAL" clId="{8A1BBC27-8C20-42E1-90A9-248A08E140C7}" dt="2026-09-03T12:18:06.877" v="758" actId="20577"/>
          <ac:spMkLst>
            <pc:docMk/>
            <pc:sldMk cId="1094905383" sldId="2147483637"/>
            <ac:spMk id="4" creationId="{57E6EA63-560C-6252-8E09-F8C828155CBA}"/>
          </ac:spMkLst>
        </pc:spChg>
        <pc:spChg chg="add mod">
          <ac:chgData name="Adam Sadkevich" userId="90c27408-4703-43b6-8697-faddf5131fb9" providerId="ADAL" clId="{8A1BBC27-8C20-42E1-90A9-248A08E140C7}" dt="2026-09-03T12:23:51.798" v="904" actId="1076"/>
          <ac:spMkLst>
            <pc:docMk/>
            <pc:sldMk cId="1094905383" sldId="2147483637"/>
            <ac:spMk id="5" creationId="{BA0B2C88-80A6-99EE-CF20-766007400BB3}"/>
          </ac:spMkLst>
        </pc:spChg>
        <pc:graphicFrameChg chg="add mod modGraphic">
          <ac:chgData name="Adam Sadkevich" userId="90c27408-4703-43b6-8697-faddf5131fb9" providerId="ADAL" clId="{8A1BBC27-8C20-42E1-90A9-248A08E140C7}" dt="2026-09-03T12:19:56.367" v="766" actId="13926"/>
          <ac:graphicFrameMkLst>
            <pc:docMk/>
            <pc:sldMk cId="1094905383" sldId="2147483637"/>
            <ac:graphicFrameMk id="3" creationId="{18D51A33-D57B-B00C-6E27-C21EE8AE3D82}"/>
          </ac:graphicFrameMkLst>
        </pc:graphicFrameChg>
        <pc:graphicFrameChg chg="del">
          <ac:chgData name="Adam Sadkevich" userId="90c27408-4703-43b6-8697-faddf5131fb9" providerId="ADAL" clId="{8A1BBC27-8C20-42E1-90A9-248A08E140C7}" dt="2026-09-03T12:17:44.473" v="748" actId="478"/>
          <ac:graphicFrameMkLst>
            <pc:docMk/>
            <pc:sldMk cId="1094905383" sldId="2147483637"/>
            <ac:graphicFrameMk id="12" creationId="{3C6338F6-A00A-FD58-F46B-ADA05DC94154}"/>
          </ac:graphicFrameMkLst>
        </pc:graphicFrameChg>
      </pc:sldChg>
      <pc:sldChg chg="del">
        <pc:chgData name="Adam Sadkevich" userId="90c27408-4703-43b6-8697-faddf5131fb9" providerId="ADAL" clId="{8A1BBC27-8C20-42E1-90A9-248A08E140C7}" dt="2026-09-03T12:24:12.810" v="905" actId="47"/>
        <pc:sldMkLst>
          <pc:docMk/>
          <pc:sldMk cId="394819903" sldId="2147483638"/>
        </pc:sldMkLst>
      </pc:sldChg>
      <pc:sldChg chg="del">
        <pc:chgData name="Adam Sadkevich" userId="90c27408-4703-43b6-8697-faddf5131fb9" providerId="ADAL" clId="{8A1BBC27-8C20-42E1-90A9-248A08E140C7}" dt="2026-09-03T12:59:22.772" v="1103" actId="47"/>
        <pc:sldMkLst>
          <pc:docMk/>
          <pc:sldMk cId="1863006688" sldId="2147483639"/>
        </pc:sldMkLst>
      </pc:sldChg>
      <pc:sldChg chg="del">
        <pc:chgData name="Adam Sadkevich" userId="90c27408-4703-43b6-8697-faddf5131fb9" providerId="ADAL" clId="{8A1BBC27-8C20-42E1-90A9-248A08E140C7}" dt="2026-09-03T12:43:35.912" v="1085" actId="47"/>
        <pc:sldMkLst>
          <pc:docMk/>
          <pc:sldMk cId="3910327307" sldId="2147483640"/>
        </pc:sldMkLst>
      </pc:sldChg>
      <pc:sldChg chg="del">
        <pc:chgData name="Adam Sadkevich" userId="90c27408-4703-43b6-8697-faddf5131fb9" providerId="ADAL" clId="{8A1BBC27-8C20-42E1-90A9-248A08E140C7}" dt="2026-09-03T13:19:44.962" v="1445" actId="47"/>
        <pc:sldMkLst>
          <pc:docMk/>
          <pc:sldMk cId="3645542327" sldId="2147483641"/>
        </pc:sldMkLst>
      </pc:sldChg>
      <pc:sldChg chg="del">
        <pc:chgData name="Adam Sadkevich" userId="90c27408-4703-43b6-8697-faddf5131fb9" providerId="ADAL" clId="{8A1BBC27-8C20-42E1-90A9-248A08E140C7}" dt="2026-09-03T10:57:42.182" v="429" actId="47"/>
        <pc:sldMkLst>
          <pc:docMk/>
          <pc:sldMk cId="876768069" sldId="2147483642"/>
        </pc:sldMkLst>
      </pc:sldChg>
      <pc:sldChg chg="del">
        <pc:chgData name="Adam Sadkevich" userId="90c27408-4703-43b6-8697-faddf5131fb9" providerId="ADAL" clId="{8A1BBC27-8C20-42E1-90A9-248A08E140C7}" dt="2026-09-03T10:57:43.217" v="430" actId="47"/>
        <pc:sldMkLst>
          <pc:docMk/>
          <pc:sldMk cId="1157731182" sldId="2147483643"/>
        </pc:sldMkLst>
      </pc:sldChg>
      <pc:sldChg chg="del">
        <pc:chgData name="Adam Sadkevich" userId="90c27408-4703-43b6-8697-faddf5131fb9" providerId="ADAL" clId="{8A1BBC27-8C20-42E1-90A9-248A08E140C7}" dt="2026-09-03T13:20:08.903" v="1450" actId="47"/>
        <pc:sldMkLst>
          <pc:docMk/>
          <pc:sldMk cId="3378357424" sldId="2147483644"/>
        </pc:sldMkLst>
      </pc:sldChg>
      <pc:sldChg chg="del">
        <pc:chgData name="Adam Sadkevich" userId="90c27408-4703-43b6-8697-faddf5131fb9" providerId="ADAL" clId="{8A1BBC27-8C20-42E1-90A9-248A08E140C7}" dt="2026-09-03T13:20:10.155" v="1451" actId="47"/>
        <pc:sldMkLst>
          <pc:docMk/>
          <pc:sldMk cId="393980254" sldId="2147483645"/>
        </pc:sldMkLst>
      </pc:sldChg>
      <pc:sldChg chg="del">
        <pc:chgData name="Adam Sadkevich" userId="90c27408-4703-43b6-8697-faddf5131fb9" providerId="ADAL" clId="{8A1BBC27-8C20-42E1-90A9-248A08E140C7}" dt="2026-09-03T13:20:24.224" v="1459" actId="47"/>
        <pc:sldMkLst>
          <pc:docMk/>
          <pc:sldMk cId="2747385377" sldId="2147483647"/>
        </pc:sldMkLst>
      </pc:sldChg>
      <pc:sldMasterChg chg="delSldLayout">
        <pc:chgData name="Adam Sadkevich" userId="90c27408-4703-43b6-8697-faddf5131fb9" providerId="ADAL" clId="{8A1BBC27-8C20-42E1-90A9-248A08E140C7}" dt="2026-09-03T13:21:06.255" v="1501" actId="47"/>
        <pc:sldMasterMkLst>
          <pc:docMk/>
          <pc:sldMasterMk cId="4023156691" sldId="2147483660"/>
        </pc:sldMasterMkLst>
        <pc:sldLayoutChg chg="del">
          <pc:chgData name="Adam Sadkevich" userId="90c27408-4703-43b6-8697-faddf5131fb9" providerId="ADAL" clId="{8A1BBC27-8C20-42E1-90A9-248A08E140C7}" dt="2026-09-03T13:21:06.255" v="1501" actId="47"/>
          <pc:sldLayoutMkLst>
            <pc:docMk/>
            <pc:sldMasterMk cId="4023156691" sldId="2147483660"/>
            <pc:sldLayoutMk cId="666274843" sldId="2147483749"/>
          </pc:sldLayoutMkLst>
        </pc:sldLayoutChg>
        <pc:sldLayoutChg chg="del">
          <pc:chgData name="Adam Sadkevich" userId="90c27408-4703-43b6-8697-faddf5131fb9" providerId="ADAL" clId="{8A1BBC27-8C20-42E1-90A9-248A08E140C7}" dt="2026-09-03T13:21:02.058" v="1496" actId="47"/>
          <pc:sldLayoutMkLst>
            <pc:docMk/>
            <pc:sldMasterMk cId="4023156691" sldId="2147483660"/>
            <pc:sldLayoutMk cId="2062558355" sldId="214748375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8B90A9-72E6-ADCD-32D1-6BD45348D8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53A405-DCAC-259B-0B2A-2D52A03EA87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A2B490-A9E2-468B-BF45-7A385C5581B0}" type="datetimeFigureOut">
              <a:rPr lang="en-GB" smtClean="0"/>
              <a:t>03/09/2026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00A538-931F-E7AA-2366-777FBE7FD99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C51AC9-0389-85E5-7FC9-DB70B46F269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BC4405-7BB2-4967-AA21-1BEC70774A7D}" type="slidenum">
              <a:rPr lang="en-GB" smtClean="0"/>
              <a:t>‹№›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46800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CB3BA-6D19-4791-B90A-7BCACC129D79}" type="datetimeFigureOut">
              <a:rPr lang="en-GB" smtClean="0"/>
              <a:t>03/09/2026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3230B7-F7D9-462B-9D82-1201BD8A139C}" type="slidenum">
              <a:rPr lang="en-GB" smtClean="0"/>
              <a:t>‹№›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179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Виділити магазини </a:t>
            </a:r>
            <a:r>
              <a:rPr lang="uk-UA" dirty="0" err="1"/>
              <a:t>аккумульовано</a:t>
            </a:r>
            <a:r>
              <a:rPr lang="uk-UA" dirty="0"/>
              <a:t>.</a:t>
            </a:r>
          </a:p>
          <a:p>
            <a:r>
              <a:rPr lang="uk-UA" dirty="0"/>
              <a:t>Сказати, що маємо гарну тенденцію по -місячно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3230B7-F7D9-462B-9D82-1201BD8A139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702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.jp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jp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jp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jp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jp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jp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jp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jp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jp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jp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4BAE88-8D4C-8B8A-6E71-2DCFF94C55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2"/>
          <a:stretch/>
        </p:blipFill>
        <p:spPr>
          <a:xfrm>
            <a:off x="0" y="0"/>
            <a:ext cx="12192000" cy="6865951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6A2AB264-0DDD-4213-AF4A-DEF5673070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2564" y="3751333"/>
            <a:ext cx="5325796" cy="713987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sub title</a:t>
            </a:r>
            <a:endParaRPr lang="en-DK" dirty="0"/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494D6453-18A4-43B8-826C-0775693ECF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0550" y="2081451"/>
            <a:ext cx="5360670" cy="1484709"/>
          </a:xfrm>
        </p:spPr>
        <p:txBody>
          <a:bodyPr anchor="b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DK" dirty="0"/>
          </a:p>
        </p:txBody>
      </p:sp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AB6F159B-DA78-4C80-9405-B73BD9FAD0E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A64632-625C-CB89-3418-E41306FB4D8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D30CA04-B88D-426B-1120-2FBD1044C69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14" y="6374125"/>
            <a:ext cx="3048000" cy="24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964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81832BB-DF19-DB39-D5AD-1F39EA82E1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5"/>
          <a:stretch/>
        </p:blipFill>
        <p:spPr>
          <a:xfrm>
            <a:off x="-1" y="0"/>
            <a:ext cx="12214331" cy="686595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265262" y="643379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AD3C34B-A5BC-40D3-8A13-AB5D7F42FB15}" type="slidenum">
              <a:rPr lang="en-GB" noProof="0" smtClean="0"/>
              <a:t>‹№›</a:t>
            </a:fld>
            <a:endParaRPr lang="en-GB" noProof="0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FFBE7AF3-E254-44A9-B79F-0093CB194E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0493" y="824789"/>
            <a:ext cx="4179671" cy="20812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4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AGENDA TEXT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F1ECAA83-CFCE-4788-8809-758BC6D4411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04154" y="909391"/>
            <a:ext cx="6110177" cy="5876925"/>
          </a:xfrm>
          <a:custGeom>
            <a:avLst/>
            <a:gdLst>
              <a:gd name="connsiteX0" fmla="*/ 979507 w 6096000"/>
              <a:gd name="connsiteY0" fmla="*/ 0 h 5876925"/>
              <a:gd name="connsiteX1" fmla="*/ 5116493 w 6096000"/>
              <a:gd name="connsiteY1" fmla="*/ 0 h 5876925"/>
              <a:gd name="connsiteX2" fmla="*/ 6096000 w 6096000"/>
              <a:gd name="connsiteY2" fmla="*/ 979507 h 5876925"/>
              <a:gd name="connsiteX3" fmla="*/ 6096000 w 6096000"/>
              <a:gd name="connsiteY3" fmla="*/ 5876925 h 5876925"/>
              <a:gd name="connsiteX4" fmla="*/ 609600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5876925 h 5876925"/>
              <a:gd name="connsiteX7" fmla="*/ 0 w 6096000"/>
              <a:gd name="connsiteY7" fmla="*/ 979507 h 5876925"/>
              <a:gd name="connsiteX8" fmla="*/ 979507 w 6096000"/>
              <a:gd name="connsiteY8" fmla="*/ 0 h 5876925"/>
              <a:gd name="connsiteX0" fmla="*/ 979507 w 6096000"/>
              <a:gd name="connsiteY0" fmla="*/ 0 h 5876925"/>
              <a:gd name="connsiteX1" fmla="*/ 6096000 w 6096000"/>
              <a:gd name="connsiteY1" fmla="*/ 979507 h 5876925"/>
              <a:gd name="connsiteX2" fmla="*/ 6096000 w 6096000"/>
              <a:gd name="connsiteY2" fmla="*/ 5876925 h 5876925"/>
              <a:gd name="connsiteX3" fmla="*/ 6096000 w 6096000"/>
              <a:gd name="connsiteY3" fmla="*/ 5876925 h 5876925"/>
              <a:gd name="connsiteX4" fmla="*/ 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979507 h 5876925"/>
              <a:gd name="connsiteX7" fmla="*/ 979507 w 6096000"/>
              <a:gd name="connsiteY7" fmla="*/ 0 h 5876925"/>
              <a:gd name="connsiteX0" fmla="*/ 979507 w 6110177"/>
              <a:gd name="connsiteY0" fmla="*/ 0 h 5876925"/>
              <a:gd name="connsiteX1" fmla="*/ 6110177 w 6110177"/>
              <a:gd name="connsiteY1" fmla="*/ 8400 h 5876925"/>
              <a:gd name="connsiteX2" fmla="*/ 6096000 w 6110177"/>
              <a:gd name="connsiteY2" fmla="*/ 5876925 h 5876925"/>
              <a:gd name="connsiteX3" fmla="*/ 6096000 w 6110177"/>
              <a:gd name="connsiteY3" fmla="*/ 5876925 h 5876925"/>
              <a:gd name="connsiteX4" fmla="*/ 0 w 6110177"/>
              <a:gd name="connsiteY4" fmla="*/ 5876925 h 5876925"/>
              <a:gd name="connsiteX5" fmla="*/ 0 w 6110177"/>
              <a:gd name="connsiteY5" fmla="*/ 5876925 h 5876925"/>
              <a:gd name="connsiteX6" fmla="*/ 0 w 6110177"/>
              <a:gd name="connsiteY6" fmla="*/ 979507 h 5876925"/>
              <a:gd name="connsiteX7" fmla="*/ 979507 w 6110177"/>
              <a:gd name="connsiteY7" fmla="*/ 0 h 587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10177" h="5876925">
                <a:moveTo>
                  <a:pt x="979507" y="0"/>
                </a:moveTo>
                <a:lnTo>
                  <a:pt x="6110177" y="8400"/>
                </a:lnTo>
                <a:cubicBezTo>
                  <a:pt x="6105451" y="1964575"/>
                  <a:pt x="6100726" y="3920750"/>
                  <a:pt x="6096000" y="5876925"/>
                </a:cubicBezTo>
                <a:lnTo>
                  <a:pt x="6096000" y="5876925"/>
                </a:lnTo>
                <a:lnTo>
                  <a:pt x="0" y="5876925"/>
                </a:lnTo>
                <a:lnTo>
                  <a:pt x="0" y="5876925"/>
                </a:lnTo>
                <a:lnTo>
                  <a:pt x="0" y="979507"/>
                </a:lnTo>
                <a:cubicBezTo>
                  <a:pt x="0" y="438540"/>
                  <a:pt x="438540" y="0"/>
                  <a:pt x="979507" y="0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uk-UA" noProof="0"/>
              <a:t>Клацніть, щоб відредагувати стилі зразків тексту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0C5854CB-21B6-4E68-B06C-086DE2601B3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15075" y="1466103"/>
            <a:ext cx="5693387" cy="48378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tx2"/>
              </a:buClr>
              <a:defRPr sz="2000"/>
            </a:lvl1pPr>
            <a:lvl2pPr>
              <a:buClr>
                <a:schemeClr val="tx2"/>
              </a:buClr>
              <a:defRPr sz="1800"/>
            </a:lvl2pPr>
            <a:lvl3pPr>
              <a:buClr>
                <a:schemeClr val="tx2"/>
              </a:buClr>
              <a:defRPr sz="1600"/>
            </a:lvl3pPr>
            <a:lvl4pPr>
              <a:buClr>
                <a:schemeClr val="tx2"/>
              </a:buClr>
              <a:defRPr sz="1400"/>
            </a:lvl4pPr>
            <a:lvl5pPr>
              <a:buClr>
                <a:schemeClr val="tx2"/>
              </a:buClr>
              <a:defRPr sz="1200"/>
            </a:lvl5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48D65B76-0D7D-4B87-9354-B26B83D8793E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64DFB3-1D05-3DE4-0D78-0107F3E86B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243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91078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Click to edit 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428346"/>
            <a:ext cx="10515600" cy="4834231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2442CAE1-4C03-4CE9-8FE5-E6BA0EC5AED3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495794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For Auditorium/ very bright scree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74B668-7C12-9AC7-2FE4-1E14F302813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91078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Click to edit 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428346"/>
            <a:ext cx="10515600" cy="4834231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2442CAE1-4C03-4CE9-8FE5-E6BA0EC5AED3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F9FFB1-EFB4-D484-8F3E-CB8F83DB23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209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 of tod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FFF6EEF8-79E6-9824-32A8-802F66F2D2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1B12AB1E-30FC-5FDB-DC0D-79C992177FF1}"/>
              </a:ext>
            </a:extLst>
          </p:cNvPr>
          <p:cNvSpPr/>
          <p:nvPr userDrawn="1"/>
        </p:nvSpPr>
        <p:spPr>
          <a:xfrm>
            <a:off x="822041" y="1492954"/>
            <a:ext cx="3822908" cy="46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DBDF068-07F4-F6FE-138B-D19D1A4AA02F}"/>
              </a:ext>
            </a:extLst>
          </p:cNvPr>
          <p:cNvGrpSpPr/>
          <p:nvPr userDrawn="1"/>
        </p:nvGrpSpPr>
        <p:grpSpPr>
          <a:xfrm>
            <a:off x="4402605" y="3069157"/>
            <a:ext cx="731206" cy="931611"/>
            <a:chOff x="4402605" y="3069157"/>
            <a:chExt cx="731206" cy="931611"/>
          </a:xfrm>
        </p:grpSpPr>
        <p:pic>
          <p:nvPicPr>
            <p:cNvPr id="9" name="Picture 8" descr="A blue circle with a black background&#10;&#10;Description automatically generated">
              <a:extLst>
                <a:ext uri="{FF2B5EF4-FFF2-40B4-BE49-F238E27FC236}">
                  <a16:creationId xmlns:a16="http://schemas.microsoft.com/office/drawing/2014/main" id="{5446A4E9-9B8C-7E2B-5162-376BC21D48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2605" y="3069157"/>
              <a:ext cx="731206" cy="931611"/>
            </a:xfrm>
            <a:prstGeom prst="rect">
              <a:avLst/>
            </a:prstGeom>
          </p:spPr>
        </p:pic>
        <p:pic>
          <p:nvPicPr>
            <p:cNvPr id="26" name="Graphic 25" descr="Chat">
              <a:extLst>
                <a:ext uri="{FF2B5EF4-FFF2-40B4-BE49-F238E27FC236}">
                  <a16:creationId xmlns:a16="http://schemas.microsoft.com/office/drawing/2014/main" id="{1F5D8C8B-1BE9-6BA3-73C4-729C8F61EC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57637" y="3167358"/>
              <a:ext cx="621141" cy="621141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540B3DE-62C2-911F-C84D-5CCB206548BA}"/>
              </a:ext>
            </a:extLst>
          </p:cNvPr>
          <p:cNvGrpSpPr/>
          <p:nvPr userDrawn="1"/>
        </p:nvGrpSpPr>
        <p:grpSpPr>
          <a:xfrm>
            <a:off x="4402605" y="5044741"/>
            <a:ext cx="731206" cy="931611"/>
            <a:chOff x="4402605" y="5044741"/>
            <a:chExt cx="731206" cy="931611"/>
          </a:xfrm>
        </p:grpSpPr>
        <p:pic>
          <p:nvPicPr>
            <p:cNvPr id="10" name="Picture 9" descr="A blue circle with a black background&#10;&#10;Description automatically generated">
              <a:extLst>
                <a:ext uri="{FF2B5EF4-FFF2-40B4-BE49-F238E27FC236}">
                  <a16:creationId xmlns:a16="http://schemas.microsoft.com/office/drawing/2014/main" id="{6B0A7CA6-8271-687F-A58E-0AAA46D2EA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2605" y="5044741"/>
              <a:ext cx="731206" cy="931611"/>
            </a:xfrm>
            <a:prstGeom prst="rect">
              <a:avLst/>
            </a:prstGeom>
          </p:spPr>
        </p:pic>
        <p:pic>
          <p:nvPicPr>
            <p:cNvPr id="29" name="Graphic 28" descr="Checkmark">
              <a:extLst>
                <a:ext uri="{FF2B5EF4-FFF2-40B4-BE49-F238E27FC236}">
                  <a16:creationId xmlns:a16="http://schemas.microsoft.com/office/drawing/2014/main" id="{77933BB7-4CD8-830D-8EF9-638A3F7748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517838" y="5171390"/>
              <a:ext cx="500737" cy="500737"/>
            </a:xfrm>
            <a:prstGeom prst="rect">
              <a:avLst/>
            </a:prstGeom>
          </p:spPr>
        </p:pic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CD522909-11CC-B04F-95ED-8297602E95AA}"/>
              </a:ext>
            </a:extLst>
          </p:cNvPr>
          <p:cNvSpPr>
            <a:spLocks/>
          </p:cNvSpPr>
          <p:nvPr userDrawn="1"/>
        </p:nvSpPr>
        <p:spPr>
          <a:xfrm>
            <a:off x="5148278" y="604104"/>
            <a:ext cx="6510322" cy="3746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2000" b="1" dirty="0">
                <a:solidFill>
                  <a:schemeClr val="bg1"/>
                </a:solidFill>
              </a:rPr>
              <a:t>What do we want to inform about?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b="1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b="1" dirty="0">
              <a:solidFill>
                <a:schemeClr val="bg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C056CA0-E1FA-E772-B73E-A063A34DF8FC}"/>
              </a:ext>
            </a:extLst>
          </p:cNvPr>
          <p:cNvGrpSpPr/>
          <p:nvPr userDrawn="1"/>
        </p:nvGrpSpPr>
        <p:grpSpPr>
          <a:xfrm>
            <a:off x="4402605" y="1081148"/>
            <a:ext cx="731206" cy="931611"/>
            <a:chOff x="4395506" y="1097235"/>
            <a:chExt cx="731206" cy="931611"/>
          </a:xfrm>
        </p:grpSpPr>
        <p:pic>
          <p:nvPicPr>
            <p:cNvPr id="6" name="Picture 5" descr="A blue circle with a black background&#10;&#10;Description automatically generated">
              <a:extLst>
                <a:ext uri="{FF2B5EF4-FFF2-40B4-BE49-F238E27FC236}">
                  <a16:creationId xmlns:a16="http://schemas.microsoft.com/office/drawing/2014/main" id="{B8F9700D-1B5C-86DB-C5BC-5BF98F4A458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06" y="1097235"/>
              <a:ext cx="731206" cy="931611"/>
            </a:xfrm>
            <a:prstGeom prst="rect">
              <a:avLst/>
            </a:prstGeom>
          </p:spPr>
        </p:pic>
        <p:pic>
          <p:nvPicPr>
            <p:cNvPr id="32" name="Graphic 31" descr="Megaphone">
              <a:extLst>
                <a:ext uri="{FF2B5EF4-FFF2-40B4-BE49-F238E27FC236}">
                  <a16:creationId xmlns:a16="http://schemas.microsoft.com/office/drawing/2014/main" id="{93AC8EE3-08D1-D144-6281-E0E370E96F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460901" y="1152660"/>
              <a:ext cx="602075" cy="602075"/>
            </a:xfrm>
            <a:prstGeom prst="rect">
              <a:avLst/>
            </a:prstGeom>
          </p:spPr>
        </p:pic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B8586A7-B45C-A7DA-E192-454D3512C520}"/>
              </a:ext>
            </a:extLst>
          </p:cNvPr>
          <p:cNvCxnSpPr>
            <a:cxnSpLocks/>
          </p:cNvCxnSpPr>
          <p:nvPr userDrawn="1"/>
        </p:nvCxnSpPr>
        <p:spPr>
          <a:xfrm flipH="1">
            <a:off x="4423320" y="2436709"/>
            <a:ext cx="580274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A4CB4F5-FCAC-A9C5-2565-6A9C56A8D15A}"/>
              </a:ext>
            </a:extLst>
          </p:cNvPr>
          <p:cNvCxnSpPr>
            <a:cxnSpLocks/>
          </p:cNvCxnSpPr>
          <p:nvPr userDrawn="1"/>
        </p:nvCxnSpPr>
        <p:spPr>
          <a:xfrm flipH="1">
            <a:off x="4423320" y="4418894"/>
            <a:ext cx="580274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DF50911-C999-BF77-E829-3812D0032B92}"/>
              </a:ext>
            </a:extLst>
          </p:cNvPr>
          <p:cNvSpPr txBox="1"/>
          <p:nvPr userDrawn="1"/>
        </p:nvSpPr>
        <p:spPr>
          <a:xfrm>
            <a:off x="476177" y="2771213"/>
            <a:ext cx="36012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i="0" dirty="0">
                <a:solidFill>
                  <a:schemeClr val="bg1"/>
                </a:solidFill>
                <a:latin typeface="Verdana Pro" panose="020B0604030504040204" pitchFamily="34" charset="0"/>
                <a:cs typeface="Verdana Pro Cond Black" panose="020F0502020204030204" pitchFamily="34" charset="0"/>
              </a:rPr>
              <a:t>FOCUS OF TODAY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BC2858E-148D-218B-5617-6ED5FD352254}"/>
              </a:ext>
            </a:extLst>
          </p:cNvPr>
          <p:cNvSpPr/>
          <p:nvPr userDrawn="1"/>
        </p:nvSpPr>
        <p:spPr>
          <a:xfrm>
            <a:off x="5233356" y="2588333"/>
            <a:ext cx="6425244" cy="3726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2000" b="1" dirty="0">
                <a:solidFill>
                  <a:schemeClr val="bg1"/>
                </a:solidFill>
              </a:rPr>
              <a:t>What do we need to discuss?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9E98866-8289-300E-662F-88F252D7C5C2}"/>
              </a:ext>
            </a:extLst>
          </p:cNvPr>
          <p:cNvSpPr/>
          <p:nvPr userDrawn="1"/>
        </p:nvSpPr>
        <p:spPr>
          <a:xfrm>
            <a:off x="5233356" y="4578401"/>
            <a:ext cx="6425244" cy="3721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2000" b="1" dirty="0">
                <a:solidFill>
                  <a:schemeClr val="bg1"/>
                </a:solidFill>
              </a:rPr>
              <a:t>What do we need to decide?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2442CAE1-4C03-4CE9-8FE5-E6BA0EC5AED3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8AC9C985-5E6C-3F79-CEC3-61031E69C0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33356" y="978750"/>
            <a:ext cx="6577012" cy="13834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36DFDB1E-52D5-F885-4E89-60D09A71D7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33356" y="2938888"/>
            <a:ext cx="6577012" cy="137473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68125BE6-78E3-7D54-6FA9-BD50EE5E04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33356" y="4972658"/>
            <a:ext cx="6577012" cy="137473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C6749F60-752A-AB08-293C-D85669634C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23050" y="6494382"/>
            <a:ext cx="5568950" cy="385967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71439DE-8C0C-323C-F052-AF93DCB176E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430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 descr="A blue and white gradient&#10;&#10;Description automatically generated">
            <a:extLst>
              <a:ext uri="{FF2B5EF4-FFF2-40B4-BE49-F238E27FC236}">
                <a16:creationId xmlns:a16="http://schemas.microsoft.com/office/drawing/2014/main" id="{1C5CA42E-C3A8-989F-762D-8EBB0F2439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D22FDDF0-36F7-405F-96E9-C43F53162F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66900" y="2453401"/>
            <a:ext cx="8458199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Important message goes here…</a:t>
            </a:r>
            <a:endParaRPr lang="en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E6A438-202B-9729-2614-ADC57B54DE5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B1E56F-0588-2EAD-D71A-95A1AD0CD1D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14" y="6374125"/>
            <a:ext cx="3048000" cy="24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646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BDFB037-EAFC-A29C-7CFB-E7517294DA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2"/>
          <a:stretch/>
        </p:blipFill>
        <p:spPr>
          <a:xfrm>
            <a:off x="0" y="0"/>
            <a:ext cx="12192000" cy="6865951"/>
          </a:xfrm>
          <a:prstGeom prst="rect">
            <a:avLst/>
          </a:prstGeom>
        </p:spPr>
      </p:pic>
      <p:pic>
        <p:nvPicPr>
          <p:cNvPr id="4" name="Picture 3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9C18DD05-0BCB-DA0C-05C3-0CAE932F08F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D22FDDF0-36F7-405F-96E9-C43F53162F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29425EAC-F417-4243-8CBE-7815E902BD3D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6D57C8-C430-09F9-48EB-6502AA3DA8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042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D4585E-9BD5-9B39-0AD0-87D63DD248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" b="10"/>
          <a:stretch/>
        </p:blipFill>
        <p:spPr>
          <a:xfrm>
            <a:off x="-17644" y="0"/>
            <a:ext cx="12209644" cy="6858000"/>
          </a:xfrm>
          <a:prstGeom prst="rect">
            <a:avLst/>
          </a:prstGeom>
        </p:spPr>
      </p:pic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29425EAC-F417-4243-8CBE-7815E902BD3D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3" name="Picture 2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218B1374-9077-22D5-A1B2-8AFD137FD7A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7AAB4446-B862-DA1A-2B17-FE0F4900C17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8D4677-6A3C-A568-8EC2-054814303F6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430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8C03DC-57CE-C67D-6BF6-123584E3B3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" b="8"/>
          <a:stretch/>
        </p:blipFill>
        <p:spPr>
          <a:xfrm>
            <a:off x="0" y="-6243"/>
            <a:ext cx="12192000" cy="6872194"/>
          </a:xfrm>
          <a:prstGeom prst="rect">
            <a:avLst/>
          </a:prstGeom>
        </p:spPr>
      </p:pic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9BE73129-3E9A-4A8E-882E-6E877818BF7E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2" name="Picture 1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240EC476-6AC8-F84F-1E3A-8D2BD4FFCD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4E6FC86-C1B9-F5D1-0490-9100F8B948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DADA3C-5EEE-FD5B-162B-2977DACEFAA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741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FAB3AEE-B7E8-717A-4BED-90D98F1795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697B5348-C605-4EFA-B523-BBCDE4CB3448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sp>
        <p:nvSpPr>
          <p:cNvPr id="8" name="Text Placeholder 20">
            <a:extLst>
              <a:ext uri="{FF2B5EF4-FFF2-40B4-BE49-F238E27FC236}">
                <a16:creationId xmlns:a16="http://schemas.microsoft.com/office/drawing/2014/main" id="{28049AFA-1081-4E29-B4DD-504325A71225}"/>
              </a:ext>
            </a:extLst>
          </p:cNvPr>
          <p:cNvSpPr txBox="1">
            <a:spLocks/>
          </p:cNvSpPr>
          <p:nvPr userDrawn="1"/>
        </p:nvSpPr>
        <p:spPr>
          <a:xfrm>
            <a:off x="0" y="6777038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2" name="Picture 1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9DC9FE58-65FF-2F05-2F17-2080B7E0C9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9EBE188-A4B2-37EA-A0B5-0D8A7987AA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BCEEE15-7A9B-75CD-5310-F1E003B954F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0624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95E0500-F23D-5E74-38F2-58D66BBD7E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-1"/>
            <a:ext cx="12191999" cy="6858001"/>
          </a:xfrm>
          <a:prstGeom prst="rect">
            <a:avLst/>
          </a:prstGeom>
        </p:spPr>
      </p:pic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697B5348-C605-4EFA-B523-BBCDE4CB3448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sp>
        <p:nvSpPr>
          <p:cNvPr id="8" name="Text Placeholder 20">
            <a:extLst>
              <a:ext uri="{FF2B5EF4-FFF2-40B4-BE49-F238E27FC236}">
                <a16:creationId xmlns:a16="http://schemas.microsoft.com/office/drawing/2014/main" id="{28049AFA-1081-4E29-B4DD-504325A71225}"/>
              </a:ext>
            </a:extLst>
          </p:cNvPr>
          <p:cNvSpPr txBox="1">
            <a:spLocks/>
          </p:cNvSpPr>
          <p:nvPr userDrawn="1"/>
        </p:nvSpPr>
        <p:spPr>
          <a:xfrm>
            <a:off x="0" y="6777038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3" name="Picture 2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36F341A2-B1A3-8E87-94CF-85BB332977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F3EDAF54-06D1-7CD2-4B94-BCD0AD7009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C222CE-7364-2500-F6FE-8489D1833E4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950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E94FBE1-ABB9-FA20-355B-5CBAEEB01D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" r="6"/>
          <a:stretch/>
        </p:blipFill>
        <p:spPr>
          <a:xfrm>
            <a:off x="0" y="0"/>
            <a:ext cx="12236824" cy="6865951"/>
          </a:xfrm>
          <a:prstGeom prst="rect">
            <a:avLst/>
          </a:prstGeom>
        </p:spPr>
      </p:pic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43EDC4C9-3863-4C0D-91D4-85391318B252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3" name="Picture 2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617C3370-8F87-A801-DD21-5F33A6EAEC6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BC4CDF0B-919B-6FA9-A990-237EA63D25B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B4EACE-76A9-39BE-FAA5-BD7E82E973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2695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8776413-BBE7-3C55-7F0D-1CE535962C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"/>
          <a:stretch/>
        </p:blipFill>
        <p:spPr>
          <a:xfrm>
            <a:off x="-1" y="0"/>
            <a:ext cx="12292149" cy="6865952"/>
          </a:xfrm>
          <a:prstGeom prst="rect">
            <a:avLst/>
          </a:prstGeom>
        </p:spPr>
      </p:pic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6B17A115-EC5E-4925-AAE6-F1D06A5F98C6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2" name="Picture 1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B998193A-F625-DAAC-03B6-30283D4AD87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EF77CC2-640B-C705-D35C-02FD238DC90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3AEB58-ACE8-D69C-B38E-D333C422E2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1862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21FD3EC-9247-89F5-2EC2-7E27198F0C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" b="3"/>
          <a:stretch/>
        </p:blipFill>
        <p:spPr>
          <a:xfrm>
            <a:off x="-19594" y="1708"/>
            <a:ext cx="12211593" cy="6875274"/>
          </a:xfrm>
          <a:prstGeom prst="rect">
            <a:avLst/>
          </a:prstGeom>
        </p:spPr>
      </p:pic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92BE8DEA-86F6-4095-A615-85838ECED055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2" name="Picture 1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107A9F0D-4264-7D63-8348-86F7760D2F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00058CA-F44C-4A8B-FD0A-8B24B37E732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376FAB-C7A4-03B2-4075-2304C8D5C5B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85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E8B16FC-1201-9FEC-4990-A4CC0F1797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" r="11"/>
          <a:stretch/>
        </p:blipFill>
        <p:spPr>
          <a:xfrm>
            <a:off x="-6581" y="-1"/>
            <a:ext cx="12212758" cy="6865953"/>
          </a:xfrm>
          <a:prstGeom prst="rect">
            <a:avLst/>
          </a:prstGeom>
        </p:spPr>
      </p:pic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92FFB5F2-CFC6-4469-BB2B-8DFE310B1E7F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6" name="Picture 5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C9BD74E6-966E-BE9B-8B46-B95FE9F8AB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28B03895-D1EF-BE4F-6183-B936838334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E1FFC4-031E-7D67-24CF-6C793DC42D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3121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eaker Large Placehol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7D11DE8-2273-6B65-DDC3-ED4868A3F9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" r="11"/>
          <a:stretch/>
        </p:blipFill>
        <p:spPr>
          <a:xfrm>
            <a:off x="-14178" y="-1"/>
            <a:ext cx="12212723" cy="6865951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D44A09F-00DC-4E86-938B-597D425EC5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0" y="908064"/>
            <a:ext cx="6110177" cy="5876925"/>
          </a:xfrm>
          <a:custGeom>
            <a:avLst/>
            <a:gdLst>
              <a:gd name="connsiteX0" fmla="*/ 979507 w 6096000"/>
              <a:gd name="connsiteY0" fmla="*/ 0 h 5876925"/>
              <a:gd name="connsiteX1" fmla="*/ 5116493 w 6096000"/>
              <a:gd name="connsiteY1" fmla="*/ 0 h 5876925"/>
              <a:gd name="connsiteX2" fmla="*/ 6096000 w 6096000"/>
              <a:gd name="connsiteY2" fmla="*/ 979507 h 5876925"/>
              <a:gd name="connsiteX3" fmla="*/ 6096000 w 6096000"/>
              <a:gd name="connsiteY3" fmla="*/ 5876925 h 5876925"/>
              <a:gd name="connsiteX4" fmla="*/ 609600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5876925 h 5876925"/>
              <a:gd name="connsiteX7" fmla="*/ 0 w 6096000"/>
              <a:gd name="connsiteY7" fmla="*/ 979507 h 5876925"/>
              <a:gd name="connsiteX8" fmla="*/ 979507 w 6096000"/>
              <a:gd name="connsiteY8" fmla="*/ 0 h 5876925"/>
              <a:gd name="connsiteX0" fmla="*/ 979507 w 6096000"/>
              <a:gd name="connsiteY0" fmla="*/ 0 h 5876925"/>
              <a:gd name="connsiteX1" fmla="*/ 6096000 w 6096000"/>
              <a:gd name="connsiteY1" fmla="*/ 979507 h 5876925"/>
              <a:gd name="connsiteX2" fmla="*/ 6096000 w 6096000"/>
              <a:gd name="connsiteY2" fmla="*/ 5876925 h 5876925"/>
              <a:gd name="connsiteX3" fmla="*/ 6096000 w 6096000"/>
              <a:gd name="connsiteY3" fmla="*/ 5876925 h 5876925"/>
              <a:gd name="connsiteX4" fmla="*/ 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979507 h 5876925"/>
              <a:gd name="connsiteX7" fmla="*/ 979507 w 6096000"/>
              <a:gd name="connsiteY7" fmla="*/ 0 h 5876925"/>
              <a:gd name="connsiteX0" fmla="*/ 979507 w 6110177"/>
              <a:gd name="connsiteY0" fmla="*/ 0 h 5876925"/>
              <a:gd name="connsiteX1" fmla="*/ 6110177 w 6110177"/>
              <a:gd name="connsiteY1" fmla="*/ 8400 h 5876925"/>
              <a:gd name="connsiteX2" fmla="*/ 6096000 w 6110177"/>
              <a:gd name="connsiteY2" fmla="*/ 5876925 h 5876925"/>
              <a:gd name="connsiteX3" fmla="*/ 6096000 w 6110177"/>
              <a:gd name="connsiteY3" fmla="*/ 5876925 h 5876925"/>
              <a:gd name="connsiteX4" fmla="*/ 0 w 6110177"/>
              <a:gd name="connsiteY4" fmla="*/ 5876925 h 5876925"/>
              <a:gd name="connsiteX5" fmla="*/ 0 w 6110177"/>
              <a:gd name="connsiteY5" fmla="*/ 5876925 h 5876925"/>
              <a:gd name="connsiteX6" fmla="*/ 0 w 6110177"/>
              <a:gd name="connsiteY6" fmla="*/ 979507 h 5876925"/>
              <a:gd name="connsiteX7" fmla="*/ 979507 w 6110177"/>
              <a:gd name="connsiteY7" fmla="*/ 0 h 587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10177" h="5876925">
                <a:moveTo>
                  <a:pt x="979507" y="0"/>
                </a:moveTo>
                <a:lnTo>
                  <a:pt x="6110177" y="8400"/>
                </a:lnTo>
                <a:cubicBezTo>
                  <a:pt x="6105451" y="1964575"/>
                  <a:pt x="6100726" y="3920750"/>
                  <a:pt x="6096000" y="5876925"/>
                </a:cubicBezTo>
                <a:lnTo>
                  <a:pt x="6096000" y="5876925"/>
                </a:lnTo>
                <a:lnTo>
                  <a:pt x="0" y="5876925"/>
                </a:lnTo>
                <a:lnTo>
                  <a:pt x="0" y="5876925"/>
                </a:lnTo>
                <a:lnTo>
                  <a:pt x="0" y="979507"/>
                </a:lnTo>
                <a:cubicBezTo>
                  <a:pt x="0" y="438540"/>
                  <a:pt x="438540" y="0"/>
                  <a:pt x="979507" y="0"/>
                </a:cubicBezTo>
                <a:close/>
              </a:path>
            </a:pathLst>
          </a:custGeom>
          <a:solidFill>
            <a:schemeClr val="bg1">
              <a:alpha val="9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0BE0553-E197-4288-B30F-1451CC657C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4927" y="3352800"/>
            <a:ext cx="5360670" cy="3684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sub headline</a:t>
            </a:r>
            <a:endParaRPr lang="en-DK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E4EB121-471C-4EE2-A827-BBC0FAA69E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4927" y="2386251"/>
            <a:ext cx="5360670" cy="966549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chemeClr val="tx2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DK" dirty="0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41AA3531-8B9A-48FA-BF4C-4B90C907393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F51785-B66B-D3E7-C7E2-776B671D588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91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eaker Large Placeholde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4138F53-9B17-02AC-B8DC-687A1ADB3F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>
          <a:xfrm>
            <a:off x="-1" y="1"/>
            <a:ext cx="12206177" cy="6851632"/>
          </a:xfrm>
          <a:prstGeom prst="rect">
            <a:avLst/>
          </a:prstGeom>
        </p:spPr>
      </p:pic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41AA3531-8B9A-48FA-BF4C-4B90C907393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D44A09F-00DC-4E86-938B-597D425EC5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0" y="908064"/>
            <a:ext cx="6110177" cy="5949936"/>
          </a:xfrm>
          <a:custGeom>
            <a:avLst/>
            <a:gdLst>
              <a:gd name="connsiteX0" fmla="*/ 979507 w 6096000"/>
              <a:gd name="connsiteY0" fmla="*/ 0 h 5876925"/>
              <a:gd name="connsiteX1" fmla="*/ 5116493 w 6096000"/>
              <a:gd name="connsiteY1" fmla="*/ 0 h 5876925"/>
              <a:gd name="connsiteX2" fmla="*/ 6096000 w 6096000"/>
              <a:gd name="connsiteY2" fmla="*/ 979507 h 5876925"/>
              <a:gd name="connsiteX3" fmla="*/ 6096000 w 6096000"/>
              <a:gd name="connsiteY3" fmla="*/ 5876925 h 5876925"/>
              <a:gd name="connsiteX4" fmla="*/ 609600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5876925 h 5876925"/>
              <a:gd name="connsiteX7" fmla="*/ 0 w 6096000"/>
              <a:gd name="connsiteY7" fmla="*/ 979507 h 5876925"/>
              <a:gd name="connsiteX8" fmla="*/ 979507 w 6096000"/>
              <a:gd name="connsiteY8" fmla="*/ 0 h 5876925"/>
              <a:gd name="connsiteX0" fmla="*/ 979507 w 6096000"/>
              <a:gd name="connsiteY0" fmla="*/ 0 h 5876925"/>
              <a:gd name="connsiteX1" fmla="*/ 6096000 w 6096000"/>
              <a:gd name="connsiteY1" fmla="*/ 979507 h 5876925"/>
              <a:gd name="connsiteX2" fmla="*/ 6096000 w 6096000"/>
              <a:gd name="connsiteY2" fmla="*/ 5876925 h 5876925"/>
              <a:gd name="connsiteX3" fmla="*/ 6096000 w 6096000"/>
              <a:gd name="connsiteY3" fmla="*/ 5876925 h 5876925"/>
              <a:gd name="connsiteX4" fmla="*/ 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979507 h 5876925"/>
              <a:gd name="connsiteX7" fmla="*/ 979507 w 6096000"/>
              <a:gd name="connsiteY7" fmla="*/ 0 h 5876925"/>
              <a:gd name="connsiteX0" fmla="*/ 979507 w 6110177"/>
              <a:gd name="connsiteY0" fmla="*/ 0 h 5876925"/>
              <a:gd name="connsiteX1" fmla="*/ 6110177 w 6110177"/>
              <a:gd name="connsiteY1" fmla="*/ 8400 h 5876925"/>
              <a:gd name="connsiteX2" fmla="*/ 6096000 w 6110177"/>
              <a:gd name="connsiteY2" fmla="*/ 5876925 h 5876925"/>
              <a:gd name="connsiteX3" fmla="*/ 6096000 w 6110177"/>
              <a:gd name="connsiteY3" fmla="*/ 5876925 h 5876925"/>
              <a:gd name="connsiteX4" fmla="*/ 0 w 6110177"/>
              <a:gd name="connsiteY4" fmla="*/ 5876925 h 5876925"/>
              <a:gd name="connsiteX5" fmla="*/ 0 w 6110177"/>
              <a:gd name="connsiteY5" fmla="*/ 5876925 h 5876925"/>
              <a:gd name="connsiteX6" fmla="*/ 0 w 6110177"/>
              <a:gd name="connsiteY6" fmla="*/ 979507 h 5876925"/>
              <a:gd name="connsiteX7" fmla="*/ 979507 w 6110177"/>
              <a:gd name="connsiteY7" fmla="*/ 0 h 587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10177" h="5876925">
                <a:moveTo>
                  <a:pt x="979507" y="0"/>
                </a:moveTo>
                <a:lnTo>
                  <a:pt x="6110177" y="8400"/>
                </a:lnTo>
                <a:cubicBezTo>
                  <a:pt x="6105451" y="1964575"/>
                  <a:pt x="6100726" y="3920750"/>
                  <a:pt x="6096000" y="5876925"/>
                </a:cubicBezTo>
                <a:lnTo>
                  <a:pt x="6096000" y="5876925"/>
                </a:lnTo>
                <a:lnTo>
                  <a:pt x="0" y="5876925"/>
                </a:lnTo>
                <a:lnTo>
                  <a:pt x="0" y="5876925"/>
                </a:lnTo>
                <a:lnTo>
                  <a:pt x="0" y="979507"/>
                </a:lnTo>
                <a:cubicBezTo>
                  <a:pt x="0" y="438540"/>
                  <a:pt x="438540" y="0"/>
                  <a:pt x="979507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0BE0553-E197-4288-B30F-1451CC657C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4927" y="3352800"/>
            <a:ext cx="5360670" cy="3684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sub headline</a:t>
            </a:r>
            <a:endParaRPr lang="en-DK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E4EB121-471C-4EE2-A827-BBC0FAA69E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4927" y="2386251"/>
            <a:ext cx="5360670" cy="966549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DK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3912E2A-3B02-0482-37FA-993FC2A267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3027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Ipad Placeho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957898A-9EF0-8D9C-4E6F-5B1A0013D5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5"/>
          <a:stretch/>
        </p:blipFill>
        <p:spPr>
          <a:xfrm>
            <a:off x="-1" y="0"/>
            <a:ext cx="12190671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227012B-92E0-9227-F0C2-21AA505C7A06}"/>
              </a:ext>
            </a:extLst>
          </p:cNvPr>
          <p:cNvSpPr/>
          <p:nvPr userDrawn="1"/>
        </p:nvSpPr>
        <p:spPr>
          <a:xfrm>
            <a:off x="4829696" y="1219549"/>
            <a:ext cx="6201294" cy="44497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BC00F2C-AEB6-4598-84A8-23D79B2BF1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29696" y="1236252"/>
            <a:ext cx="6201294" cy="4305992"/>
          </a:xfrm>
        </p:spPr>
        <p:txBody>
          <a:bodyPr/>
          <a:lstStyle/>
          <a:p>
            <a:r>
              <a:rPr lang="uk-UA"/>
              <a:t>Клацніть піктограму, щоб додати зображення</a:t>
            </a:r>
            <a:endParaRPr lang="en-GB" dirty="0"/>
          </a:p>
        </p:txBody>
      </p:sp>
      <p:sp>
        <p:nvSpPr>
          <p:cNvPr id="16" name="Title 6">
            <a:extLst>
              <a:ext uri="{FF2B5EF4-FFF2-40B4-BE49-F238E27FC236}">
                <a16:creationId xmlns:a16="http://schemas.microsoft.com/office/drawing/2014/main" id="{240AE1D0-FAF9-4C20-A886-202F5EBA81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1219549"/>
            <a:ext cx="3124200" cy="966549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DK" dirty="0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69C391EB-B116-46AE-A3B5-B362F3FB1DA4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C1B2806-E722-4CDF-8444-83E50EEAEF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31517" y="1024371"/>
            <a:ext cx="6597651" cy="4736869"/>
          </a:xfrm>
          <a:prstGeom prst="roundRect">
            <a:avLst>
              <a:gd name="adj" fmla="val 6747"/>
            </a:avLst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3CAAA9-3098-CADD-2B83-10154856708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9899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phone Placeho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5E06D93-3430-7394-8682-A714559755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9" cy="685799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4BFE87E-0B5B-A963-7113-EE93A4818243}"/>
              </a:ext>
            </a:extLst>
          </p:cNvPr>
          <p:cNvSpPr/>
          <p:nvPr userDrawn="1"/>
        </p:nvSpPr>
        <p:spPr>
          <a:xfrm rot="16200000">
            <a:off x="2997512" y="2047818"/>
            <a:ext cx="6053999" cy="282552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E8BA05A4-F97C-D367-B970-935B735669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96291" y="400761"/>
            <a:ext cx="2985910" cy="6103200"/>
          </a:xfrm>
          <a:prstGeom prst="rect">
            <a:avLst/>
          </a:prstGeom>
        </p:spPr>
      </p:pic>
      <p:sp>
        <p:nvSpPr>
          <p:cNvPr id="16" name="Title 6">
            <a:extLst>
              <a:ext uri="{FF2B5EF4-FFF2-40B4-BE49-F238E27FC236}">
                <a16:creationId xmlns:a16="http://schemas.microsoft.com/office/drawing/2014/main" id="{240AE1D0-FAF9-4C20-A886-202F5EBA81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1219549"/>
            <a:ext cx="3124200" cy="966549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DK" dirty="0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69C391EB-B116-46AE-A3B5-B362F3FB1DA4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1E92668-8672-9949-2A08-BEC0721EFA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45161" y="538162"/>
            <a:ext cx="2688171" cy="5824135"/>
          </a:xfrm>
          <a:custGeom>
            <a:avLst/>
            <a:gdLst>
              <a:gd name="connsiteX0" fmla="*/ 0 w 2905125"/>
              <a:gd name="connsiteY0" fmla="*/ 484197 h 6088063"/>
              <a:gd name="connsiteX1" fmla="*/ 484197 w 2905125"/>
              <a:gd name="connsiteY1" fmla="*/ 0 h 6088063"/>
              <a:gd name="connsiteX2" fmla="*/ 2420928 w 2905125"/>
              <a:gd name="connsiteY2" fmla="*/ 0 h 6088063"/>
              <a:gd name="connsiteX3" fmla="*/ 2905125 w 2905125"/>
              <a:gd name="connsiteY3" fmla="*/ 484197 h 6088063"/>
              <a:gd name="connsiteX4" fmla="*/ 2905125 w 2905125"/>
              <a:gd name="connsiteY4" fmla="*/ 5603866 h 6088063"/>
              <a:gd name="connsiteX5" fmla="*/ 2420928 w 2905125"/>
              <a:gd name="connsiteY5" fmla="*/ 6088063 h 6088063"/>
              <a:gd name="connsiteX6" fmla="*/ 484197 w 2905125"/>
              <a:gd name="connsiteY6" fmla="*/ 6088063 h 6088063"/>
              <a:gd name="connsiteX7" fmla="*/ 0 w 2905125"/>
              <a:gd name="connsiteY7" fmla="*/ 5603866 h 6088063"/>
              <a:gd name="connsiteX8" fmla="*/ 0 w 2905125"/>
              <a:gd name="connsiteY8" fmla="*/ 484197 h 6088063"/>
              <a:gd name="connsiteX0" fmla="*/ 0 w 2905125"/>
              <a:gd name="connsiteY0" fmla="*/ 484197 h 6088063"/>
              <a:gd name="connsiteX1" fmla="*/ 501650 w 2905125"/>
              <a:gd name="connsiteY1" fmla="*/ 152400 h 6088063"/>
              <a:gd name="connsiteX2" fmla="*/ 2420928 w 2905125"/>
              <a:gd name="connsiteY2" fmla="*/ 0 h 6088063"/>
              <a:gd name="connsiteX3" fmla="*/ 2905125 w 2905125"/>
              <a:gd name="connsiteY3" fmla="*/ 484197 h 6088063"/>
              <a:gd name="connsiteX4" fmla="*/ 2905125 w 2905125"/>
              <a:gd name="connsiteY4" fmla="*/ 5603866 h 6088063"/>
              <a:gd name="connsiteX5" fmla="*/ 2420928 w 2905125"/>
              <a:gd name="connsiteY5" fmla="*/ 6088063 h 6088063"/>
              <a:gd name="connsiteX6" fmla="*/ 484197 w 2905125"/>
              <a:gd name="connsiteY6" fmla="*/ 6088063 h 6088063"/>
              <a:gd name="connsiteX7" fmla="*/ 0 w 2905125"/>
              <a:gd name="connsiteY7" fmla="*/ 5603866 h 6088063"/>
              <a:gd name="connsiteX8" fmla="*/ 0 w 2905125"/>
              <a:gd name="connsiteY8" fmla="*/ 484197 h 6088063"/>
              <a:gd name="connsiteX0" fmla="*/ 153987 w 2905125"/>
              <a:gd name="connsiteY0" fmla="*/ 681038 h 6088063"/>
              <a:gd name="connsiteX1" fmla="*/ 501650 w 2905125"/>
              <a:gd name="connsiteY1" fmla="*/ 152400 h 6088063"/>
              <a:gd name="connsiteX2" fmla="*/ 2420928 w 2905125"/>
              <a:gd name="connsiteY2" fmla="*/ 0 h 6088063"/>
              <a:gd name="connsiteX3" fmla="*/ 2905125 w 2905125"/>
              <a:gd name="connsiteY3" fmla="*/ 484197 h 6088063"/>
              <a:gd name="connsiteX4" fmla="*/ 2905125 w 2905125"/>
              <a:gd name="connsiteY4" fmla="*/ 5603866 h 6088063"/>
              <a:gd name="connsiteX5" fmla="*/ 2420928 w 2905125"/>
              <a:gd name="connsiteY5" fmla="*/ 6088063 h 6088063"/>
              <a:gd name="connsiteX6" fmla="*/ 484197 w 2905125"/>
              <a:gd name="connsiteY6" fmla="*/ 6088063 h 6088063"/>
              <a:gd name="connsiteX7" fmla="*/ 0 w 2905125"/>
              <a:gd name="connsiteY7" fmla="*/ 5603866 h 6088063"/>
              <a:gd name="connsiteX8" fmla="*/ 153987 w 2905125"/>
              <a:gd name="connsiteY8" fmla="*/ 681038 h 6088063"/>
              <a:gd name="connsiteX0" fmla="*/ 153987 w 2905125"/>
              <a:gd name="connsiteY0" fmla="*/ 538163 h 5945188"/>
              <a:gd name="connsiteX1" fmla="*/ 501650 w 2905125"/>
              <a:gd name="connsiteY1" fmla="*/ 9525 h 5945188"/>
              <a:gd name="connsiteX2" fmla="*/ 2406650 w 2905125"/>
              <a:gd name="connsiteY2" fmla="*/ 0 h 5945188"/>
              <a:gd name="connsiteX3" fmla="*/ 2905125 w 2905125"/>
              <a:gd name="connsiteY3" fmla="*/ 341322 h 5945188"/>
              <a:gd name="connsiteX4" fmla="*/ 2905125 w 2905125"/>
              <a:gd name="connsiteY4" fmla="*/ 5460991 h 5945188"/>
              <a:gd name="connsiteX5" fmla="*/ 2420928 w 2905125"/>
              <a:gd name="connsiteY5" fmla="*/ 5945188 h 5945188"/>
              <a:gd name="connsiteX6" fmla="*/ 484197 w 2905125"/>
              <a:gd name="connsiteY6" fmla="*/ 5945188 h 5945188"/>
              <a:gd name="connsiteX7" fmla="*/ 0 w 2905125"/>
              <a:gd name="connsiteY7" fmla="*/ 5460991 h 5945188"/>
              <a:gd name="connsiteX8" fmla="*/ 153987 w 2905125"/>
              <a:gd name="connsiteY8" fmla="*/ 538163 h 5945188"/>
              <a:gd name="connsiteX0" fmla="*/ 153987 w 2905125"/>
              <a:gd name="connsiteY0" fmla="*/ 538163 h 5945188"/>
              <a:gd name="connsiteX1" fmla="*/ 501650 w 2905125"/>
              <a:gd name="connsiteY1" fmla="*/ 9525 h 5945188"/>
              <a:gd name="connsiteX2" fmla="*/ 2406650 w 2905125"/>
              <a:gd name="connsiteY2" fmla="*/ 0 h 5945188"/>
              <a:gd name="connsiteX3" fmla="*/ 2840037 w 2905125"/>
              <a:gd name="connsiteY3" fmla="*/ 385762 h 5945188"/>
              <a:gd name="connsiteX4" fmla="*/ 2905125 w 2905125"/>
              <a:gd name="connsiteY4" fmla="*/ 5460991 h 5945188"/>
              <a:gd name="connsiteX5" fmla="*/ 2420928 w 2905125"/>
              <a:gd name="connsiteY5" fmla="*/ 5945188 h 5945188"/>
              <a:gd name="connsiteX6" fmla="*/ 484197 w 2905125"/>
              <a:gd name="connsiteY6" fmla="*/ 5945188 h 5945188"/>
              <a:gd name="connsiteX7" fmla="*/ 0 w 2905125"/>
              <a:gd name="connsiteY7" fmla="*/ 5460991 h 5945188"/>
              <a:gd name="connsiteX8" fmla="*/ 153987 w 2905125"/>
              <a:gd name="connsiteY8" fmla="*/ 538163 h 5945188"/>
              <a:gd name="connsiteX0" fmla="*/ 153987 w 2840037"/>
              <a:gd name="connsiteY0" fmla="*/ 538163 h 5945188"/>
              <a:gd name="connsiteX1" fmla="*/ 501650 w 2840037"/>
              <a:gd name="connsiteY1" fmla="*/ 9525 h 5945188"/>
              <a:gd name="connsiteX2" fmla="*/ 2406650 w 2840037"/>
              <a:gd name="connsiteY2" fmla="*/ 0 h 5945188"/>
              <a:gd name="connsiteX3" fmla="*/ 2840037 w 2840037"/>
              <a:gd name="connsiteY3" fmla="*/ 385762 h 5945188"/>
              <a:gd name="connsiteX4" fmla="*/ 2840037 w 2840037"/>
              <a:gd name="connsiteY4" fmla="*/ 5400674 h 5945188"/>
              <a:gd name="connsiteX5" fmla="*/ 2420928 w 2840037"/>
              <a:gd name="connsiteY5" fmla="*/ 5945188 h 5945188"/>
              <a:gd name="connsiteX6" fmla="*/ 484197 w 2840037"/>
              <a:gd name="connsiteY6" fmla="*/ 5945188 h 5945188"/>
              <a:gd name="connsiteX7" fmla="*/ 0 w 2840037"/>
              <a:gd name="connsiteY7" fmla="*/ 5460991 h 5945188"/>
              <a:gd name="connsiteX8" fmla="*/ 153987 w 2840037"/>
              <a:gd name="connsiteY8" fmla="*/ 538163 h 5945188"/>
              <a:gd name="connsiteX0" fmla="*/ 153987 w 2840037"/>
              <a:gd name="connsiteY0" fmla="*/ 538163 h 5945188"/>
              <a:gd name="connsiteX1" fmla="*/ 501650 w 2840037"/>
              <a:gd name="connsiteY1" fmla="*/ 9525 h 5945188"/>
              <a:gd name="connsiteX2" fmla="*/ 2406650 w 2840037"/>
              <a:gd name="connsiteY2" fmla="*/ 0 h 5945188"/>
              <a:gd name="connsiteX3" fmla="*/ 2840037 w 2840037"/>
              <a:gd name="connsiteY3" fmla="*/ 385762 h 5945188"/>
              <a:gd name="connsiteX4" fmla="*/ 2840037 w 2840037"/>
              <a:gd name="connsiteY4" fmla="*/ 5400674 h 5945188"/>
              <a:gd name="connsiteX5" fmla="*/ 2420937 w 2840037"/>
              <a:gd name="connsiteY5" fmla="*/ 5824537 h 5945188"/>
              <a:gd name="connsiteX6" fmla="*/ 484197 w 2840037"/>
              <a:gd name="connsiteY6" fmla="*/ 5945188 h 5945188"/>
              <a:gd name="connsiteX7" fmla="*/ 0 w 2840037"/>
              <a:gd name="connsiteY7" fmla="*/ 5460991 h 5945188"/>
              <a:gd name="connsiteX8" fmla="*/ 153987 w 2840037"/>
              <a:gd name="connsiteY8" fmla="*/ 538163 h 5945188"/>
              <a:gd name="connsiteX0" fmla="*/ 153987 w 2840037"/>
              <a:gd name="connsiteY0" fmla="*/ 538163 h 5824537"/>
              <a:gd name="connsiteX1" fmla="*/ 501650 w 2840037"/>
              <a:gd name="connsiteY1" fmla="*/ 9525 h 5824537"/>
              <a:gd name="connsiteX2" fmla="*/ 2406650 w 2840037"/>
              <a:gd name="connsiteY2" fmla="*/ 0 h 5824537"/>
              <a:gd name="connsiteX3" fmla="*/ 2840037 w 2840037"/>
              <a:gd name="connsiteY3" fmla="*/ 385762 h 5824537"/>
              <a:gd name="connsiteX4" fmla="*/ 2840037 w 2840037"/>
              <a:gd name="connsiteY4" fmla="*/ 5400674 h 5824537"/>
              <a:gd name="connsiteX5" fmla="*/ 2420937 w 2840037"/>
              <a:gd name="connsiteY5" fmla="*/ 5824537 h 5824537"/>
              <a:gd name="connsiteX6" fmla="*/ 482600 w 2840037"/>
              <a:gd name="connsiteY6" fmla="*/ 5805487 h 5824537"/>
              <a:gd name="connsiteX7" fmla="*/ 0 w 2840037"/>
              <a:gd name="connsiteY7" fmla="*/ 5460991 h 5824537"/>
              <a:gd name="connsiteX8" fmla="*/ 153987 w 2840037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2120 w 2688170"/>
              <a:gd name="connsiteY0" fmla="*/ 538163 h 5824537"/>
              <a:gd name="connsiteX1" fmla="*/ 349783 w 2688170"/>
              <a:gd name="connsiteY1" fmla="*/ 9525 h 5824537"/>
              <a:gd name="connsiteX2" fmla="*/ 2254783 w 2688170"/>
              <a:gd name="connsiteY2" fmla="*/ 0 h 5824537"/>
              <a:gd name="connsiteX3" fmla="*/ 2688170 w 2688170"/>
              <a:gd name="connsiteY3" fmla="*/ 385762 h 5824537"/>
              <a:gd name="connsiteX4" fmla="*/ 2688170 w 2688170"/>
              <a:gd name="connsiteY4" fmla="*/ 5400674 h 5824537"/>
              <a:gd name="connsiteX5" fmla="*/ 2269070 w 2688170"/>
              <a:gd name="connsiteY5" fmla="*/ 5824537 h 5824537"/>
              <a:gd name="connsiteX6" fmla="*/ 330733 w 2688170"/>
              <a:gd name="connsiteY6" fmla="*/ 5805487 h 5824537"/>
              <a:gd name="connsiteX7" fmla="*/ 2120 w 2688170"/>
              <a:gd name="connsiteY7" fmla="*/ 5424488 h 5824537"/>
              <a:gd name="connsiteX8" fmla="*/ 2120 w 2688170"/>
              <a:gd name="connsiteY8" fmla="*/ 538163 h 5824537"/>
              <a:gd name="connsiteX0" fmla="*/ 2120 w 2688170"/>
              <a:gd name="connsiteY0" fmla="*/ 538163 h 5829299"/>
              <a:gd name="connsiteX1" fmla="*/ 349783 w 2688170"/>
              <a:gd name="connsiteY1" fmla="*/ 9525 h 5829299"/>
              <a:gd name="connsiteX2" fmla="*/ 2254783 w 2688170"/>
              <a:gd name="connsiteY2" fmla="*/ 0 h 5829299"/>
              <a:gd name="connsiteX3" fmla="*/ 2688170 w 2688170"/>
              <a:gd name="connsiteY3" fmla="*/ 385762 h 5829299"/>
              <a:gd name="connsiteX4" fmla="*/ 2688170 w 2688170"/>
              <a:gd name="connsiteY4" fmla="*/ 5400674 h 5829299"/>
              <a:gd name="connsiteX5" fmla="*/ 2250020 w 2688170"/>
              <a:gd name="connsiteY5" fmla="*/ 5829299 h 5829299"/>
              <a:gd name="connsiteX6" fmla="*/ 330733 w 2688170"/>
              <a:gd name="connsiteY6" fmla="*/ 5805487 h 5829299"/>
              <a:gd name="connsiteX7" fmla="*/ 2120 w 2688170"/>
              <a:gd name="connsiteY7" fmla="*/ 5424488 h 5829299"/>
              <a:gd name="connsiteX8" fmla="*/ 2120 w 2688170"/>
              <a:gd name="connsiteY8" fmla="*/ 538163 h 5829299"/>
              <a:gd name="connsiteX0" fmla="*/ 2120 w 2688170"/>
              <a:gd name="connsiteY0" fmla="*/ 538163 h 5829299"/>
              <a:gd name="connsiteX1" fmla="*/ 349783 w 2688170"/>
              <a:gd name="connsiteY1" fmla="*/ 9525 h 5829299"/>
              <a:gd name="connsiteX2" fmla="*/ 2254783 w 2688170"/>
              <a:gd name="connsiteY2" fmla="*/ 0 h 5829299"/>
              <a:gd name="connsiteX3" fmla="*/ 2688170 w 2688170"/>
              <a:gd name="connsiteY3" fmla="*/ 385762 h 5829299"/>
              <a:gd name="connsiteX4" fmla="*/ 2688170 w 2688170"/>
              <a:gd name="connsiteY4" fmla="*/ 5400674 h 5829299"/>
              <a:gd name="connsiteX5" fmla="*/ 2250020 w 2688170"/>
              <a:gd name="connsiteY5" fmla="*/ 5829299 h 5829299"/>
              <a:gd name="connsiteX6" fmla="*/ 330733 w 2688170"/>
              <a:gd name="connsiteY6" fmla="*/ 5805487 h 5829299"/>
              <a:gd name="connsiteX7" fmla="*/ 2120 w 2688170"/>
              <a:gd name="connsiteY7" fmla="*/ 5424488 h 5829299"/>
              <a:gd name="connsiteX8" fmla="*/ 2120 w 2688170"/>
              <a:gd name="connsiteY8" fmla="*/ 538163 h 5829299"/>
              <a:gd name="connsiteX0" fmla="*/ 2120 w 2688170"/>
              <a:gd name="connsiteY0" fmla="*/ 538163 h 5829299"/>
              <a:gd name="connsiteX1" fmla="*/ 349783 w 2688170"/>
              <a:gd name="connsiteY1" fmla="*/ 9525 h 5829299"/>
              <a:gd name="connsiteX2" fmla="*/ 2254783 w 2688170"/>
              <a:gd name="connsiteY2" fmla="*/ 0 h 5829299"/>
              <a:gd name="connsiteX3" fmla="*/ 2688170 w 2688170"/>
              <a:gd name="connsiteY3" fmla="*/ 385762 h 5829299"/>
              <a:gd name="connsiteX4" fmla="*/ 2688170 w 2688170"/>
              <a:gd name="connsiteY4" fmla="*/ 5400674 h 5829299"/>
              <a:gd name="connsiteX5" fmla="*/ 2250020 w 2688170"/>
              <a:gd name="connsiteY5" fmla="*/ 5829299 h 5829299"/>
              <a:gd name="connsiteX6" fmla="*/ 330733 w 2688170"/>
              <a:gd name="connsiteY6" fmla="*/ 5805487 h 5829299"/>
              <a:gd name="connsiteX7" fmla="*/ 2120 w 2688170"/>
              <a:gd name="connsiteY7" fmla="*/ 5424488 h 5829299"/>
              <a:gd name="connsiteX8" fmla="*/ 2120 w 2688170"/>
              <a:gd name="connsiteY8" fmla="*/ 538163 h 5829299"/>
              <a:gd name="connsiteX0" fmla="*/ 2120 w 2688170"/>
              <a:gd name="connsiteY0" fmla="*/ 538163 h 5815011"/>
              <a:gd name="connsiteX1" fmla="*/ 349783 w 2688170"/>
              <a:gd name="connsiteY1" fmla="*/ 9525 h 5815011"/>
              <a:gd name="connsiteX2" fmla="*/ 2254783 w 2688170"/>
              <a:gd name="connsiteY2" fmla="*/ 0 h 5815011"/>
              <a:gd name="connsiteX3" fmla="*/ 2688170 w 2688170"/>
              <a:gd name="connsiteY3" fmla="*/ 385762 h 5815011"/>
              <a:gd name="connsiteX4" fmla="*/ 2688170 w 2688170"/>
              <a:gd name="connsiteY4" fmla="*/ 5400674 h 5815011"/>
              <a:gd name="connsiteX5" fmla="*/ 2250020 w 2688170"/>
              <a:gd name="connsiteY5" fmla="*/ 5815011 h 5815011"/>
              <a:gd name="connsiteX6" fmla="*/ 330733 w 2688170"/>
              <a:gd name="connsiteY6" fmla="*/ 5805487 h 5815011"/>
              <a:gd name="connsiteX7" fmla="*/ 2120 w 2688170"/>
              <a:gd name="connsiteY7" fmla="*/ 5424488 h 5815011"/>
              <a:gd name="connsiteX8" fmla="*/ 2120 w 2688170"/>
              <a:gd name="connsiteY8" fmla="*/ 538163 h 5815011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88170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88170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78645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78645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78645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445032 w 2688170"/>
              <a:gd name="connsiteY2" fmla="*/ 9524 h 5819372"/>
              <a:gd name="connsiteX3" fmla="*/ 2254783 w 2688170"/>
              <a:gd name="connsiteY3" fmla="*/ 0 h 5819372"/>
              <a:gd name="connsiteX4" fmla="*/ 2688170 w 2688170"/>
              <a:gd name="connsiteY4" fmla="*/ 385762 h 5819372"/>
              <a:gd name="connsiteX5" fmla="*/ 2678645 w 2688170"/>
              <a:gd name="connsiteY5" fmla="*/ 5400674 h 5819372"/>
              <a:gd name="connsiteX6" fmla="*/ 2250020 w 2688170"/>
              <a:gd name="connsiteY6" fmla="*/ 5815011 h 5819372"/>
              <a:gd name="connsiteX7" fmla="*/ 330733 w 2688170"/>
              <a:gd name="connsiteY7" fmla="*/ 5805487 h 5819372"/>
              <a:gd name="connsiteX8" fmla="*/ 2120 w 2688170"/>
              <a:gd name="connsiteY8" fmla="*/ 5424488 h 5819372"/>
              <a:gd name="connsiteX9" fmla="*/ 2120 w 2688170"/>
              <a:gd name="connsiteY9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806982 w 2688170"/>
              <a:gd name="connsiteY2" fmla="*/ 4761 h 5819372"/>
              <a:gd name="connsiteX3" fmla="*/ 2254783 w 2688170"/>
              <a:gd name="connsiteY3" fmla="*/ 0 h 5819372"/>
              <a:gd name="connsiteX4" fmla="*/ 2688170 w 2688170"/>
              <a:gd name="connsiteY4" fmla="*/ 385762 h 5819372"/>
              <a:gd name="connsiteX5" fmla="*/ 2678645 w 2688170"/>
              <a:gd name="connsiteY5" fmla="*/ 5400674 h 5819372"/>
              <a:gd name="connsiteX6" fmla="*/ 2250020 w 2688170"/>
              <a:gd name="connsiteY6" fmla="*/ 5815011 h 5819372"/>
              <a:gd name="connsiteX7" fmla="*/ 330733 w 2688170"/>
              <a:gd name="connsiteY7" fmla="*/ 5805487 h 5819372"/>
              <a:gd name="connsiteX8" fmla="*/ 2120 w 2688170"/>
              <a:gd name="connsiteY8" fmla="*/ 5424488 h 5819372"/>
              <a:gd name="connsiteX9" fmla="*/ 2120 w 2688170"/>
              <a:gd name="connsiteY9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806982 w 2688170"/>
              <a:gd name="connsiteY2" fmla="*/ 4761 h 5819372"/>
              <a:gd name="connsiteX3" fmla="*/ 1026057 w 2688170"/>
              <a:gd name="connsiteY3" fmla="*/ 4762 h 5819372"/>
              <a:gd name="connsiteX4" fmla="*/ 2254783 w 2688170"/>
              <a:gd name="connsiteY4" fmla="*/ 0 h 5819372"/>
              <a:gd name="connsiteX5" fmla="*/ 2688170 w 2688170"/>
              <a:gd name="connsiteY5" fmla="*/ 385762 h 5819372"/>
              <a:gd name="connsiteX6" fmla="*/ 2678645 w 2688170"/>
              <a:gd name="connsiteY6" fmla="*/ 5400674 h 5819372"/>
              <a:gd name="connsiteX7" fmla="*/ 2250020 w 2688170"/>
              <a:gd name="connsiteY7" fmla="*/ 5815011 h 5819372"/>
              <a:gd name="connsiteX8" fmla="*/ 330733 w 2688170"/>
              <a:gd name="connsiteY8" fmla="*/ 5805487 h 5819372"/>
              <a:gd name="connsiteX9" fmla="*/ 2120 w 2688170"/>
              <a:gd name="connsiteY9" fmla="*/ 5424488 h 5819372"/>
              <a:gd name="connsiteX10" fmla="*/ 2120 w 2688170"/>
              <a:gd name="connsiteY10" fmla="*/ 538163 h 5819372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1026057 w 2688170"/>
              <a:gd name="connsiteY3" fmla="*/ 9525 h 5824135"/>
              <a:gd name="connsiteX4" fmla="*/ 1916644 w 2688170"/>
              <a:gd name="connsiteY4" fmla="*/ 0 h 5824135"/>
              <a:gd name="connsiteX5" fmla="*/ 2254783 w 2688170"/>
              <a:gd name="connsiteY5" fmla="*/ 4763 h 5824135"/>
              <a:gd name="connsiteX6" fmla="*/ 2688170 w 2688170"/>
              <a:gd name="connsiteY6" fmla="*/ 390525 h 5824135"/>
              <a:gd name="connsiteX7" fmla="*/ 2678645 w 2688170"/>
              <a:gd name="connsiteY7" fmla="*/ 5405437 h 5824135"/>
              <a:gd name="connsiteX8" fmla="*/ 2250020 w 2688170"/>
              <a:gd name="connsiteY8" fmla="*/ 5819774 h 5824135"/>
              <a:gd name="connsiteX9" fmla="*/ 330733 w 2688170"/>
              <a:gd name="connsiteY9" fmla="*/ 5810250 h 5824135"/>
              <a:gd name="connsiteX10" fmla="*/ 2120 w 2688170"/>
              <a:gd name="connsiteY10" fmla="*/ 5429251 h 5824135"/>
              <a:gd name="connsiteX11" fmla="*/ 2120 w 2688170"/>
              <a:gd name="connsiteY11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916644 w 2688170"/>
              <a:gd name="connsiteY4" fmla="*/ 0 h 5824135"/>
              <a:gd name="connsiteX5" fmla="*/ 2254783 w 2688170"/>
              <a:gd name="connsiteY5" fmla="*/ 4763 h 5824135"/>
              <a:gd name="connsiteX6" fmla="*/ 2688170 w 2688170"/>
              <a:gd name="connsiteY6" fmla="*/ 390525 h 5824135"/>
              <a:gd name="connsiteX7" fmla="*/ 2678645 w 2688170"/>
              <a:gd name="connsiteY7" fmla="*/ 5405437 h 5824135"/>
              <a:gd name="connsiteX8" fmla="*/ 2250020 w 2688170"/>
              <a:gd name="connsiteY8" fmla="*/ 5819774 h 5824135"/>
              <a:gd name="connsiteX9" fmla="*/ 330733 w 2688170"/>
              <a:gd name="connsiteY9" fmla="*/ 5810250 h 5824135"/>
              <a:gd name="connsiteX10" fmla="*/ 2120 w 2688170"/>
              <a:gd name="connsiteY10" fmla="*/ 5429251 h 5824135"/>
              <a:gd name="connsiteX11" fmla="*/ 2120 w 2688170"/>
              <a:gd name="connsiteY11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373719 w 2688170"/>
              <a:gd name="connsiteY4" fmla="*/ 123826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13154 w 2699204"/>
              <a:gd name="connsiteY0" fmla="*/ 542926 h 5824135"/>
              <a:gd name="connsiteX1" fmla="*/ 294142 w 2699204"/>
              <a:gd name="connsiteY1" fmla="*/ 9526 h 5824135"/>
              <a:gd name="connsiteX2" fmla="*/ 794204 w 2699204"/>
              <a:gd name="connsiteY2" fmla="*/ 9524 h 5824135"/>
              <a:gd name="connsiteX3" fmla="*/ 894216 w 2699204"/>
              <a:gd name="connsiteY3" fmla="*/ 238125 h 5824135"/>
              <a:gd name="connsiteX4" fmla="*/ 1841954 w 2699204"/>
              <a:gd name="connsiteY4" fmla="*/ 233363 h 5824135"/>
              <a:gd name="connsiteX5" fmla="*/ 1899103 w 2699204"/>
              <a:gd name="connsiteY5" fmla="*/ 0 h 5824135"/>
              <a:gd name="connsiteX6" fmla="*/ 2265817 w 2699204"/>
              <a:gd name="connsiteY6" fmla="*/ 4763 h 5824135"/>
              <a:gd name="connsiteX7" fmla="*/ 2699204 w 2699204"/>
              <a:gd name="connsiteY7" fmla="*/ 390525 h 5824135"/>
              <a:gd name="connsiteX8" fmla="*/ 2689679 w 2699204"/>
              <a:gd name="connsiteY8" fmla="*/ 5405437 h 5824135"/>
              <a:gd name="connsiteX9" fmla="*/ 2261054 w 2699204"/>
              <a:gd name="connsiteY9" fmla="*/ 5819774 h 5824135"/>
              <a:gd name="connsiteX10" fmla="*/ 341767 w 2699204"/>
              <a:gd name="connsiteY10" fmla="*/ 5810250 h 5824135"/>
              <a:gd name="connsiteX11" fmla="*/ 13154 w 2699204"/>
              <a:gd name="connsiteY11" fmla="*/ 5429251 h 5824135"/>
              <a:gd name="connsiteX12" fmla="*/ 13154 w 2699204"/>
              <a:gd name="connsiteY12" fmla="*/ 542926 h 5824135"/>
              <a:gd name="connsiteX0" fmla="*/ 2121 w 2688171"/>
              <a:gd name="connsiteY0" fmla="*/ 542926 h 5824135"/>
              <a:gd name="connsiteX1" fmla="*/ 283109 w 2688171"/>
              <a:gd name="connsiteY1" fmla="*/ 9526 h 5824135"/>
              <a:gd name="connsiteX2" fmla="*/ 783171 w 2688171"/>
              <a:gd name="connsiteY2" fmla="*/ 9524 h 5824135"/>
              <a:gd name="connsiteX3" fmla="*/ 883183 w 2688171"/>
              <a:gd name="connsiteY3" fmla="*/ 238125 h 5824135"/>
              <a:gd name="connsiteX4" fmla="*/ 1830921 w 2688171"/>
              <a:gd name="connsiteY4" fmla="*/ 233363 h 5824135"/>
              <a:gd name="connsiteX5" fmla="*/ 1888070 w 2688171"/>
              <a:gd name="connsiteY5" fmla="*/ 0 h 5824135"/>
              <a:gd name="connsiteX6" fmla="*/ 2254784 w 2688171"/>
              <a:gd name="connsiteY6" fmla="*/ 4763 h 5824135"/>
              <a:gd name="connsiteX7" fmla="*/ 2688171 w 2688171"/>
              <a:gd name="connsiteY7" fmla="*/ 390525 h 5824135"/>
              <a:gd name="connsiteX8" fmla="*/ 2678646 w 2688171"/>
              <a:gd name="connsiteY8" fmla="*/ 5405437 h 5824135"/>
              <a:gd name="connsiteX9" fmla="*/ 2250021 w 2688171"/>
              <a:gd name="connsiteY9" fmla="*/ 5819774 h 5824135"/>
              <a:gd name="connsiteX10" fmla="*/ 330734 w 2688171"/>
              <a:gd name="connsiteY10" fmla="*/ 5810250 h 5824135"/>
              <a:gd name="connsiteX11" fmla="*/ 2121 w 2688171"/>
              <a:gd name="connsiteY11" fmla="*/ 5429251 h 5824135"/>
              <a:gd name="connsiteX12" fmla="*/ 2121 w 2688171"/>
              <a:gd name="connsiteY12" fmla="*/ 542926 h 5824135"/>
              <a:gd name="connsiteX0" fmla="*/ 2121 w 2688171"/>
              <a:gd name="connsiteY0" fmla="*/ 542926 h 5824135"/>
              <a:gd name="connsiteX1" fmla="*/ 283109 w 2688171"/>
              <a:gd name="connsiteY1" fmla="*/ 9526 h 5824135"/>
              <a:gd name="connsiteX2" fmla="*/ 783171 w 2688171"/>
              <a:gd name="connsiteY2" fmla="*/ 9524 h 5824135"/>
              <a:gd name="connsiteX3" fmla="*/ 883183 w 2688171"/>
              <a:gd name="connsiteY3" fmla="*/ 238125 h 5824135"/>
              <a:gd name="connsiteX4" fmla="*/ 1830921 w 2688171"/>
              <a:gd name="connsiteY4" fmla="*/ 233363 h 5824135"/>
              <a:gd name="connsiteX5" fmla="*/ 1888070 w 2688171"/>
              <a:gd name="connsiteY5" fmla="*/ 0 h 5824135"/>
              <a:gd name="connsiteX6" fmla="*/ 2254784 w 2688171"/>
              <a:gd name="connsiteY6" fmla="*/ 4763 h 5824135"/>
              <a:gd name="connsiteX7" fmla="*/ 2688171 w 2688171"/>
              <a:gd name="connsiteY7" fmla="*/ 390525 h 5824135"/>
              <a:gd name="connsiteX8" fmla="*/ 2678646 w 2688171"/>
              <a:gd name="connsiteY8" fmla="*/ 5405437 h 5824135"/>
              <a:gd name="connsiteX9" fmla="*/ 2250021 w 2688171"/>
              <a:gd name="connsiteY9" fmla="*/ 5819774 h 5824135"/>
              <a:gd name="connsiteX10" fmla="*/ 330734 w 2688171"/>
              <a:gd name="connsiteY10" fmla="*/ 5810250 h 5824135"/>
              <a:gd name="connsiteX11" fmla="*/ 2121 w 2688171"/>
              <a:gd name="connsiteY11" fmla="*/ 5429251 h 5824135"/>
              <a:gd name="connsiteX12" fmla="*/ 2121 w 2688171"/>
              <a:gd name="connsiteY12" fmla="*/ 542926 h 5824135"/>
              <a:gd name="connsiteX0" fmla="*/ 2121 w 2688171"/>
              <a:gd name="connsiteY0" fmla="*/ 542926 h 5824135"/>
              <a:gd name="connsiteX1" fmla="*/ 283109 w 2688171"/>
              <a:gd name="connsiteY1" fmla="*/ 9526 h 5824135"/>
              <a:gd name="connsiteX2" fmla="*/ 783171 w 2688171"/>
              <a:gd name="connsiteY2" fmla="*/ 9524 h 5824135"/>
              <a:gd name="connsiteX3" fmla="*/ 883183 w 2688171"/>
              <a:gd name="connsiteY3" fmla="*/ 238125 h 5824135"/>
              <a:gd name="connsiteX4" fmla="*/ 1830921 w 2688171"/>
              <a:gd name="connsiteY4" fmla="*/ 233363 h 5824135"/>
              <a:gd name="connsiteX5" fmla="*/ 1888070 w 2688171"/>
              <a:gd name="connsiteY5" fmla="*/ 0 h 5824135"/>
              <a:gd name="connsiteX6" fmla="*/ 2254784 w 2688171"/>
              <a:gd name="connsiteY6" fmla="*/ 4763 h 5824135"/>
              <a:gd name="connsiteX7" fmla="*/ 2688171 w 2688171"/>
              <a:gd name="connsiteY7" fmla="*/ 390525 h 5824135"/>
              <a:gd name="connsiteX8" fmla="*/ 2678646 w 2688171"/>
              <a:gd name="connsiteY8" fmla="*/ 5405437 h 5824135"/>
              <a:gd name="connsiteX9" fmla="*/ 2250021 w 2688171"/>
              <a:gd name="connsiteY9" fmla="*/ 5819774 h 5824135"/>
              <a:gd name="connsiteX10" fmla="*/ 330734 w 2688171"/>
              <a:gd name="connsiteY10" fmla="*/ 5810250 h 5824135"/>
              <a:gd name="connsiteX11" fmla="*/ 2121 w 2688171"/>
              <a:gd name="connsiteY11" fmla="*/ 5429251 h 5824135"/>
              <a:gd name="connsiteX12" fmla="*/ 2121 w 2688171"/>
              <a:gd name="connsiteY12" fmla="*/ 542926 h 5824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88171" h="5824135">
                <a:moveTo>
                  <a:pt x="2121" y="542926"/>
                </a:moveTo>
                <a:cubicBezTo>
                  <a:pt x="2121" y="275511"/>
                  <a:pt x="-36694" y="95251"/>
                  <a:pt x="283109" y="9526"/>
                </a:cubicBezTo>
                <a:lnTo>
                  <a:pt x="783171" y="9524"/>
                </a:lnTo>
                <a:cubicBezTo>
                  <a:pt x="789521" y="87312"/>
                  <a:pt x="772057" y="227012"/>
                  <a:pt x="883183" y="238125"/>
                </a:cubicBezTo>
                <a:lnTo>
                  <a:pt x="1830921" y="233363"/>
                </a:lnTo>
                <a:cubicBezTo>
                  <a:pt x="1892833" y="141287"/>
                  <a:pt x="1897596" y="68263"/>
                  <a:pt x="1888070" y="0"/>
                </a:cubicBezTo>
                <a:lnTo>
                  <a:pt x="2254784" y="4763"/>
                </a:lnTo>
                <a:cubicBezTo>
                  <a:pt x="2546012" y="-23812"/>
                  <a:pt x="2688171" y="123110"/>
                  <a:pt x="2688171" y="390525"/>
                </a:cubicBezTo>
                <a:lnTo>
                  <a:pt x="2678646" y="5405437"/>
                </a:lnTo>
                <a:cubicBezTo>
                  <a:pt x="2697696" y="5672852"/>
                  <a:pt x="2564345" y="5843588"/>
                  <a:pt x="2250021" y="5819774"/>
                </a:cubicBezTo>
                <a:cubicBezTo>
                  <a:pt x="1624547" y="5830887"/>
                  <a:pt x="970496" y="5818187"/>
                  <a:pt x="330734" y="5810250"/>
                </a:cubicBezTo>
                <a:cubicBezTo>
                  <a:pt x="159283" y="5824538"/>
                  <a:pt x="-21692" y="5701428"/>
                  <a:pt x="2121" y="5429251"/>
                </a:cubicBezTo>
                <a:lnTo>
                  <a:pt x="2121" y="542926"/>
                </a:lnTo>
                <a:close/>
              </a:path>
            </a:pathLst>
          </a:custGeom>
        </p:spPr>
        <p:txBody>
          <a:bodyPr/>
          <a:lstStyle/>
          <a:p>
            <a:r>
              <a:rPr lang="uk-UA"/>
              <a:t>Клацніть піктограму, щоб додати зображення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A604CA-E015-4212-A529-F54A7F6B85C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7004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tandard slide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91078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Click to edit 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424763"/>
            <a:ext cx="5181600" cy="48378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424763"/>
            <a:ext cx="5181600" cy="48378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B3745A42-C741-4E57-9A6B-DD0054CB8713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5622250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9107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headline</a:t>
            </a:r>
          </a:p>
        </p:txBody>
      </p:sp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0C853513-9DAD-48F2-8995-5702733902B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804935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37E5A452-3CB8-4B5A-9BF0-040585B0030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5042412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headline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noProof="0" dirty="0"/>
              <a:t>Click to edit text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B4E91B3A-381A-4407-956B-C8D7ED41ABAE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8720553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FF0024-13C3-CDA9-BB6D-A34087457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50E1B84-AFD9-1854-3B8B-D0ED0C811B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</p:spTree>
    <p:extLst>
      <p:ext uri="{BB962C8B-B14F-4D97-AF65-F5344CB8AC3E}">
        <p14:creationId xmlns:p14="http://schemas.microsoft.com/office/powerpoint/2010/main" val="2595861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581CBBE-6BA1-4A2E-B2C2-E2374CE34291}"/>
              </a:ext>
            </a:extLst>
          </p:cNvPr>
          <p:cNvSpPr txBox="1">
            <a:spLocks/>
          </p:cNvSpPr>
          <p:nvPr userDrawn="1"/>
        </p:nvSpPr>
        <p:spPr>
          <a:xfrm>
            <a:off x="11063162" y="6349027"/>
            <a:ext cx="53975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da-DK"/>
            </a:defPPr>
            <a:lvl1pPr marL="0" algn="r" defTabSz="914400" rtl="0" eaLnBrk="1" latinLnBrk="0" hangingPunct="1">
              <a:defRPr sz="800" b="0" i="0" kern="12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D004A2-5536-0C42-B66B-9F3A06C21F3A}" type="slidenum">
              <a:rPr lang="en-DK" smtClean="0">
                <a:solidFill>
                  <a:schemeClr val="tx2"/>
                </a:solidFill>
              </a:rPr>
              <a:pPr/>
              <a:t>‹№›</a:t>
            </a:fld>
            <a:endParaRPr lang="en-DK" dirty="0">
              <a:solidFill>
                <a:schemeClr val="tx2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C87EDB7-DFE8-4A96-AF21-3D9CB39EC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49" y="371476"/>
            <a:ext cx="10906125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HEADLINE</a:t>
            </a:r>
            <a:endParaRPr lang="en-DK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368E6D1-4CBE-4A9B-B825-A26F9010A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49" y="1697039"/>
            <a:ext cx="10515600" cy="4802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7EA7DD-8323-9CB4-B898-55CAB1747F9F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156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0" r:id="rId2"/>
    <p:sldLayoutId id="2147483663" r:id="rId3"/>
    <p:sldLayoutId id="2147483747" r:id="rId4"/>
    <p:sldLayoutId id="2147483736" r:id="rId5"/>
    <p:sldLayoutId id="2147483744" r:id="rId6"/>
    <p:sldLayoutId id="2147483738" r:id="rId7"/>
    <p:sldLayoutId id="2147483739" r:id="rId8"/>
    <p:sldLayoutId id="2147483722" r:id="rId9"/>
    <p:sldLayoutId id="2147483742" r:id="rId10"/>
    <p:sldLayoutId id="2147483743" r:id="rId11"/>
    <p:sldLayoutId id="2147483688" r:id="rId12"/>
    <p:sldLayoutId id="2147483689" r:id="rId13"/>
    <p:sldLayoutId id="2147483724" r:id="rId14"/>
    <p:sldLayoutId id="2147483719" r:id="rId15"/>
    <p:sldLayoutId id="2147483720" r:id="rId16"/>
    <p:sldLayoutId id="2147483745" r:id="rId17"/>
    <p:sldLayoutId id="2147483717" r:id="rId18"/>
    <p:sldLayoutId id="2147483733" r:id="rId19"/>
    <p:sldLayoutId id="2147483672" r:id="rId20"/>
    <p:sldLayoutId id="2147483673" r:id="rId21"/>
    <p:sldLayoutId id="2147483674" r:id="rId22"/>
    <p:sldLayoutId id="2147483675" r:id="rId23"/>
    <p:sldLayoutId id="2147483748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565655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565655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565655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56565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565655"/>
        </a:buClr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8.png"/><Relationship Id="rId5" Type="http://schemas.microsoft.com/office/2007/relationships/hdphoto" Target="../media/hdphoto2.wdp"/><Relationship Id="rId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8.png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2.png"/><Relationship Id="rId5" Type="http://schemas.openxmlformats.org/officeDocument/2006/relationships/image" Target="../media/image28.png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6">
            <a:extLst>
              <a:ext uri="{FF2B5EF4-FFF2-40B4-BE49-F238E27FC236}">
                <a16:creationId xmlns:a16="http://schemas.microsoft.com/office/drawing/2014/main" id="{86FD3BED-4D47-9848-79FA-81336B2F3E9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932" y="1102119"/>
            <a:ext cx="4957068" cy="41232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BE17B39-F35E-7233-40C4-47C3BFA71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249" y="394143"/>
            <a:ext cx="4906488" cy="625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2494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18B84-84F1-95C2-1EFD-D4D4A947C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4DF4406C-FEB6-4F34-2958-B53078BEB2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34" t="5250" r="6980" b="9708"/>
          <a:stretch/>
        </p:blipFill>
        <p:spPr bwMode="auto">
          <a:xfrm>
            <a:off x="3027871" y="916066"/>
            <a:ext cx="5408763" cy="541677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5944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2" descr="Эмодзи вечеринки PNG - Эмодзи вечеринки Праздник Счастливый прозрачная  иллюстрация">
            <a:extLst>
              <a:ext uri="{FF2B5EF4-FFF2-40B4-BE49-F238E27FC236}">
                <a16:creationId xmlns:a16="http://schemas.microsoft.com/office/drawing/2014/main" id="{C1336874-0864-5EC9-22AB-671C4F206E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4AE097E-9EA2-6150-40C5-163F2A6AF2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89" b="97128" l="1325" r="98455">
                        <a14:foregroundMark x1="3974" y1="33159" x2="9272" y2="45692"/>
                        <a14:foregroundMark x1="12583" y1="44909" x2="19647" y2="43603"/>
                        <a14:foregroundMark x1="14790" y1="97128" x2="21854" y2="92428"/>
                        <a14:foregroundMark x1="37969" y1="2089" x2="34437" y2="20366"/>
                        <a14:foregroundMark x1="41943" y1="3394" x2="41943" y2="3394"/>
                        <a14:foregroundMark x1="94260" y1="52219" x2="94260" y2="59008"/>
                        <a14:foregroundMark x1="87196" y1="64491" x2="87196" y2="64491"/>
                        <a14:foregroundMark x1="83444" y1="64230" x2="88962" y2="63708"/>
                        <a14:foregroundMark x1="94481" y1="47258" x2="94481" y2="47258"/>
                        <a14:foregroundMark x1="92715" y1="47520" x2="94702" y2="54047"/>
                        <a14:foregroundMark x1="96689" y1="54830" x2="98675" y2="56397"/>
                        <a14:foregroundMark x1="95143" y1="61619" x2="95143" y2="61619"/>
                        <a14:foregroundMark x1="84327" y1="11227" x2="84327" y2="11227"/>
                        <a14:foregroundMark x1="83885" y1="11227" x2="82340" y2="11227"/>
                        <a14:foregroundMark x1="1325" y1="32115" x2="1987" y2="4047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48474" y="4950254"/>
            <a:ext cx="1118303" cy="945497"/>
          </a:xfrm>
          <a:prstGeom prst="rect">
            <a:avLst/>
          </a:prstGeom>
        </p:spPr>
      </p:pic>
      <p:pic>
        <p:nvPicPr>
          <p:cNvPr id="14" name="Picture 2" descr="JUA - Принесіть відданість. Зустрічайте можливості.">
            <a:extLst>
              <a:ext uri="{FF2B5EF4-FFF2-40B4-BE49-F238E27FC236}">
                <a16:creationId xmlns:a16="http://schemas.microsoft.com/office/drawing/2014/main" id="{92840F9A-97B7-AB7A-8946-069CA7B96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9823" y="282962"/>
            <a:ext cx="1217411" cy="1553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Рисунок 14" descr="Зображення, що містить текст, Шрифт, Графіка, знімок екрана&#10;&#10;Автоматично згенерований опис">
            <a:extLst>
              <a:ext uri="{FF2B5EF4-FFF2-40B4-BE49-F238E27FC236}">
                <a16:creationId xmlns:a16="http://schemas.microsoft.com/office/drawing/2014/main" id="{A30B79CF-4AE2-CFE0-84E9-018D25B29E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9822" y="2372974"/>
            <a:ext cx="1217411" cy="15532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D577F4-78EC-63F2-538A-1D2359AC0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883" y="148804"/>
            <a:ext cx="10515600" cy="910782"/>
          </a:xfrm>
        </p:spPr>
        <p:txBody>
          <a:bodyPr/>
          <a:lstStyle/>
          <a:p>
            <a:r>
              <a:rPr lang="uk-UA" dirty="0"/>
              <a:t>Домовленості: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4A4541-C544-FD5E-AB74-C4E0B7545A08}"/>
              </a:ext>
            </a:extLst>
          </p:cNvPr>
          <p:cNvSpPr txBox="1">
            <a:spLocks/>
          </p:cNvSpPr>
          <p:nvPr/>
        </p:nvSpPr>
        <p:spPr>
          <a:xfrm>
            <a:off x="504766" y="1424312"/>
            <a:ext cx="8639234" cy="48240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uk-UA" sz="2000" dirty="0"/>
              <a:t>Оберіть зону відповідальності- </a:t>
            </a:r>
            <a:r>
              <a:rPr lang="uk-UA" sz="2000" dirty="0" err="1"/>
              <a:t>Прокомунікуйте</a:t>
            </a:r>
            <a:r>
              <a:rPr lang="uk-UA" sz="2000" dirty="0"/>
              <a:t> з </a:t>
            </a:r>
            <a:r>
              <a:rPr lang="en-US" sz="2000" dirty="0"/>
              <a:t>DM</a:t>
            </a:r>
            <a:r>
              <a:rPr lang="uk-UA" sz="2000" dirty="0"/>
              <a:t>  </a:t>
            </a:r>
            <a:r>
              <a:rPr lang="en-US" sz="2000" dirty="0"/>
              <a:t>( </a:t>
            </a:r>
            <a:r>
              <a:rPr lang="uk-UA" sz="2000" dirty="0"/>
              <a:t>Прописуємо коментарі)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uk-UA" sz="2000" dirty="0"/>
              <a:t>Прописуємо коментар та причину по оформленні безкоштовної доставки( в групу</a:t>
            </a:r>
            <a:r>
              <a:rPr lang="en-US" sz="2000" dirty="0"/>
              <a:t> DM\SM\</a:t>
            </a:r>
            <a:r>
              <a:rPr lang="en-US" sz="2000" dirty="0" err="1"/>
              <a:t>DepSM</a:t>
            </a:r>
            <a:r>
              <a:rPr lang="en-US" sz="2000" dirty="0"/>
              <a:t>)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uk-UA" sz="2000" dirty="0"/>
              <a:t>Фокус на закриття штату( </a:t>
            </a:r>
            <a:r>
              <a:rPr lang="uk-UA" sz="2000" dirty="0" err="1"/>
              <a:t>калькулятор+вакансії</a:t>
            </a:r>
            <a:r>
              <a:rPr lang="uk-UA" sz="2000" dirty="0"/>
              <a:t>)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uk-UA" sz="2000" dirty="0" err="1"/>
              <a:t>Індор</a:t>
            </a:r>
            <a:r>
              <a:rPr lang="uk-UA" sz="2000" dirty="0"/>
              <a:t>- </a:t>
            </a:r>
            <a:r>
              <a:rPr lang="uk-UA" sz="2000" dirty="0" err="1"/>
              <a:t>ондісплей</a:t>
            </a:r>
            <a:r>
              <a:rPr lang="uk-UA" sz="2000" dirty="0"/>
              <a:t> ( виставка артикулів)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uk-UA" sz="2000" dirty="0"/>
              <a:t> Якісна підготовка до візитів ( </a:t>
            </a:r>
            <a:r>
              <a:rPr lang="en-US" sz="2000" dirty="0"/>
              <a:t>GSM</a:t>
            </a:r>
            <a:r>
              <a:rPr lang="uk-UA" sz="2000" dirty="0"/>
              <a:t>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695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66E6B00-8D3A-94AB-D22D-2BC030FCC9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3538" y="291389"/>
            <a:ext cx="4179671" cy="2081213"/>
          </a:xfrm>
        </p:spPr>
        <p:txBody>
          <a:bodyPr/>
          <a:lstStyle/>
          <a:p>
            <a:r>
              <a:rPr lang="en-US" dirty="0"/>
              <a:t>AGENDA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5BF05B-AE48-D3B1-6C6F-C7B84BC40A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13872" y="2182483"/>
            <a:ext cx="6900459" cy="4603833"/>
          </a:xfrm>
        </p:spPr>
        <p:txBody>
          <a:bodyPr/>
          <a:lstStyle/>
          <a:p>
            <a:endParaRPr lang="en-GB" dirty="0"/>
          </a:p>
        </p:txBody>
      </p:sp>
      <p:graphicFrame>
        <p:nvGraphicFramePr>
          <p:cNvPr id="5" name="Таблиця 4">
            <a:extLst>
              <a:ext uri="{FF2B5EF4-FFF2-40B4-BE49-F238E27FC236}">
                <a16:creationId xmlns:a16="http://schemas.microsoft.com/office/drawing/2014/main" id="{7D0642B8-B849-AEF5-4649-F6049D8478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724038"/>
              </p:ext>
            </p:extLst>
          </p:nvPr>
        </p:nvGraphicFramePr>
        <p:xfrm>
          <a:off x="5848708" y="2751826"/>
          <a:ext cx="5960853" cy="278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9945">
                  <a:extLst>
                    <a:ext uri="{9D8B030D-6E8A-4147-A177-3AD203B41FA5}">
                      <a16:colId xmlns:a16="http://schemas.microsoft.com/office/drawing/2014/main" val="732667075"/>
                    </a:ext>
                  </a:extLst>
                </a:gridCol>
                <a:gridCol w="1640908">
                  <a:extLst>
                    <a:ext uri="{9D8B030D-6E8A-4147-A177-3AD203B41FA5}">
                      <a16:colId xmlns:a16="http://schemas.microsoft.com/office/drawing/2014/main" val="2722804424"/>
                    </a:ext>
                  </a:extLst>
                </a:gridCol>
              </a:tblGrid>
              <a:tr h="456299">
                <a:tc>
                  <a:txBody>
                    <a:bodyPr/>
                    <a:lstStyle/>
                    <a:p>
                      <a:r>
                        <a:rPr lang="uk-UA" sz="1200" dirty="0"/>
                        <a:t>Тема</a:t>
                      </a:r>
                    </a:p>
                  </a:txBody>
                  <a:tcPr>
                    <a:solidFill>
                      <a:schemeClr val="accent1">
                        <a:alpha val="7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sz="1200" dirty="0"/>
                        <a:t>Час</a:t>
                      </a:r>
                    </a:p>
                  </a:txBody>
                  <a:tcPr>
                    <a:solidFill>
                      <a:schemeClr val="accent1">
                        <a:alpha val="7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550727"/>
                  </a:ext>
                </a:extLst>
              </a:tr>
              <a:tr h="456299">
                <a:tc>
                  <a:txBody>
                    <a:bodyPr/>
                    <a:lstStyle/>
                    <a:p>
                      <a:r>
                        <a:rPr lang="uk-UA" sz="1400" dirty="0"/>
                        <a:t>Результати лютого основні КРІ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7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sz="1400" dirty="0"/>
                        <a:t>25 хв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7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621030"/>
                  </a:ext>
                </a:extLst>
              </a:tr>
              <a:tr h="5029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Stock Taking</a:t>
                      </a:r>
                      <a:r>
                        <a:rPr lang="uk-UA" sz="1400" dirty="0"/>
                        <a:t> </a:t>
                      </a:r>
                      <a:r>
                        <a:rPr lang="en-US" sz="1400" dirty="0"/>
                        <a:t>-</a:t>
                      </a:r>
                      <a:r>
                        <a:rPr lang="uk-UA" sz="1400" dirty="0"/>
                        <a:t> воркшоп</a:t>
                      </a:r>
                    </a:p>
                  </a:txBody>
                  <a:tcPr>
                    <a:solidFill>
                      <a:schemeClr val="accent1">
                        <a:tint val="20000"/>
                        <a:alpha val="7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sz="1400" dirty="0"/>
                        <a:t>30 хв</a:t>
                      </a:r>
                    </a:p>
                  </a:txBody>
                  <a:tcPr>
                    <a:solidFill>
                      <a:schemeClr val="accent1">
                        <a:tint val="20000"/>
                        <a:alpha val="7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9112705"/>
                  </a:ext>
                </a:extLst>
              </a:tr>
              <a:tr h="456299">
                <a:tc>
                  <a:txBody>
                    <a:bodyPr/>
                    <a:lstStyle/>
                    <a:p>
                      <a:r>
                        <a:rPr lang="en-US" sz="1400" dirty="0"/>
                        <a:t>Sales Attitude </a:t>
                      </a:r>
                      <a:r>
                        <a:rPr lang="uk-UA" sz="1400" dirty="0"/>
                        <a:t>та його  «індикатори»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7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sz="1400" dirty="0"/>
                        <a:t>25 хв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7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849553"/>
                  </a:ext>
                </a:extLst>
              </a:tr>
              <a:tr h="4562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400" dirty="0"/>
                        <a:t>Операційні питання 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7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sz="1400" dirty="0"/>
                        <a:t>90 хв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7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46194"/>
                  </a:ext>
                </a:extLst>
              </a:tr>
              <a:tr h="456299">
                <a:tc>
                  <a:txBody>
                    <a:bodyPr/>
                    <a:lstStyle/>
                    <a:p>
                      <a:r>
                        <a:rPr lang="uk-UA" sz="1400" dirty="0"/>
                        <a:t>Підсумки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7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sz="1400" dirty="0"/>
                        <a:t>10 хв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7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47902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8A92956-9283-9080-E7B9-63BCED46A379}"/>
              </a:ext>
            </a:extLst>
          </p:cNvPr>
          <p:cNvSpPr txBox="1"/>
          <p:nvPr/>
        </p:nvSpPr>
        <p:spPr>
          <a:xfrm>
            <a:off x="10023894" y="6452053"/>
            <a:ext cx="1914307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uk-UA" dirty="0"/>
              <a:t>ТРИ години </a:t>
            </a:r>
            <a:r>
              <a:rPr lang="uk-UA" dirty="0">
                <a:sym typeface="Wingdings" panose="05000000000000000000" pitchFamily="2" charset="2"/>
              </a:rPr>
              <a:t> 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456751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ідзаголовок 1">
            <a:extLst>
              <a:ext uri="{FF2B5EF4-FFF2-40B4-BE49-F238E27FC236}">
                <a16:creationId xmlns:a16="http://schemas.microsoft.com/office/drawing/2014/main" id="{8A41CA09-94EC-B2A4-8E01-D64E64B20E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sz="2400" dirty="0"/>
              <a:t>Результати Вересня основні КРІ</a:t>
            </a:r>
          </a:p>
        </p:txBody>
      </p:sp>
    </p:spTree>
    <p:extLst>
      <p:ext uri="{BB962C8B-B14F-4D97-AF65-F5344CB8AC3E}">
        <p14:creationId xmlns:p14="http://schemas.microsoft.com/office/powerpoint/2010/main" val="11180181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0C8A5B-8D39-499A-226A-C4C988B6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914" y="245383"/>
            <a:ext cx="10515600" cy="910782"/>
          </a:xfrm>
        </p:spPr>
        <p:txBody>
          <a:bodyPr/>
          <a:lstStyle/>
          <a:p>
            <a:r>
              <a:rPr lang="uk-UA" dirty="0"/>
              <a:t>Виторг основна </a:t>
            </a:r>
            <a:r>
              <a:rPr lang="uk-UA" dirty="0">
                <a:highlight>
                  <a:srgbClr val="FFFF00"/>
                </a:highlight>
              </a:rPr>
              <a:t>ціль</a:t>
            </a:r>
            <a:endParaRPr lang="en-GB" dirty="0">
              <a:highlight>
                <a:srgbClr val="FFFF00"/>
              </a:highlight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41E38F4E-1A79-6D81-7FE8-230205BD907D}"/>
              </a:ext>
            </a:extLst>
          </p:cNvPr>
          <p:cNvSpPr txBox="1">
            <a:spLocks/>
          </p:cNvSpPr>
          <p:nvPr/>
        </p:nvSpPr>
        <p:spPr>
          <a:xfrm>
            <a:off x="660336" y="1561607"/>
            <a:ext cx="6141517" cy="9107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uk-UA" sz="1800" dirty="0">
                <a:solidFill>
                  <a:schemeClr val="accent1"/>
                </a:solidFill>
              </a:rPr>
              <a:t>Всі решта </a:t>
            </a:r>
            <a:r>
              <a:rPr lang="en-US" sz="1800" dirty="0">
                <a:solidFill>
                  <a:schemeClr val="accent1"/>
                </a:solidFill>
              </a:rPr>
              <a:t>KPI – </a:t>
            </a:r>
            <a:r>
              <a:rPr lang="uk-UA" sz="1800" dirty="0">
                <a:solidFill>
                  <a:schemeClr val="accent1"/>
                </a:solidFill>
              </a:rPr>
              <a:t>як індикатор на що потрібно звернути увагу та ВПЛИВАТИ для ВИТОРГУ</a:t>
            </a:r>
            <a:endParaRPr lang="en-GB" sz="1800" dirty="0">
              <a:solidFill>
                <a:schemeClr val="accent1"/>
              </a:solidFill>
              <a:highlight>
                <a:srgbClr val="FFFF00"/>
              </a:highlight>
            </a:endParaRPr>
          </a:p>
        </p:txBody>
      </p:sp>
      <p:pic>
        <p:nvPicPr>
          <p:cNvPr id="1026" name="Picture 2" descr="46 500+ стокових фото, фото роялті-фрі та зображень на тему ...">
            <a:extLst>
              <a:ext uri="{FF2B5EF4-FFF2-40B4-BE49-F238E27FC236}">
                <a16:creationId xmlns:a16="http://schemas.microsoft.com/office/drawing/2014/main" id="{21F07B85-3576-00F7-5CF5-366C42BBF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203" y="2582779"/>
            <a:ext cx="4819611" cy="4147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Об'єкт 1">
            <a:extLst>
              <a:ext uri="{FF2B5EF4-FFF2-40B4-BE49-F238E27FC236}">
                <a16:creationId xmlns:a16="http://schemas.microsoft.com/office/drawing/2014/main" id="{2090A643-426C-97CC-3DAF-FC7634E22B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9512377"/>
              </p:ext>
            </p:extLst>
          </p:nvPr>
        </p:nvGraphicFramePr>
        <p:xfrm>
          <a:off x="7813358" y="639814"/>
          <a:ext cx="3870325" cy="541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3" imgW="10797332" imgH="15117756" progId="AcroExch.Document.DC">
                  <p:embed/>
                </p:oleObj>
              </mc:Choice>
              <mc:Fallback>
                <p:oleObj name="Acrobat Document" r:id="rId3" imgW="10797332" imgH="15117756" progId="AcroExch.Document.DC">
                  <p:embed/>
                  <p:pic>
                    <p:nvPicPr>
                      <p:cNvPr id="2" name="Об'єкт 1">
                        <a:extLst>
                          <a:ext uri="{FF2B5EF4-FFF2-40B4-BE49-F238E27FC236}">
                            <a16:creationId xmlns:a16="http://schemas.microsoft.com/office/drawing/2014/main" id="{2090A643-426C-97CC-3DAF-FC7634E22B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13358" y="639814"/>
                        <a:ext cx="3870325" cy="5418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6741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3DAA6F-0309-611A-1E9C-24D71247F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Index - Monthly Development</a:t>
            </a:r>
            <a:r>
              <a:rPr lang="uk-UA" dirty="0"/>
              <a:t> ПЛАН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DEB7B3-4FA7-7AF9-0C37-7BCC148253B5}"/>
              </a:ext>
            </a:extLst>
          </p:cNvPr>
          <p:cNvSpPr txBox="1"/>
          <p:nvPr/>
        </p:nvSpPr>
        <p:spPr>
          <a:xfrm>
            <a:off x="635000" y="941243"/>
            <a:ext cx="10922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dirty="0">
                <a:latin typeface="Verdana" panose="020B0604030504040204" pitchFamily="34" charset="0"/>
              </a:rPr>
              <a:t>Comparable stores by month and store</a:t>
            </a:r>
            <a:endParaRPr lang="uk-UA" sz="1400" dirty="0">
              <a:latin typeface="Verdana" panose="020B0604030504040204" pitchFamily="34" charset="0"/>
            </a:endParaRPr>
          </a:p>
        </p:txBody>
      </p:sp>
      <p:pic>
        <p:nvPicPr>
          <p:cNvPr id="8" name="Picture 19">
            <a:extLst>
              <a:ext uri="{FF2B5EF4-FFF2-40B4-BE49-F238E27FC236}">
                <a16:creationId xmlns:a16="http://schemas.microsoft.com/office/drawing/2014/main" id="{2D5C01AC-4E9C-98FE-0490-D7615B72D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8347" y="138022"/>
            <a:ext cx="1444406" cy="1396542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C0CD1C3-13B2-E47F-E147-9398B61053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358" b="95987" l="9524" r="89744">
                        <a14:foregroundMark x1="49817" y1="7692" x2="49817" y2="7692"/>
                        <a14:foregroundMark x1="43956" y1="73913" x2="43956" y2="73913"/>
                        <a14:foregroundMark x1="52015" y1="72910" x2="52015" y2="72910"/>
                        <a14:foregroundMark x1="62271" y1="74247" x2="62271" y2="74247"/>
                        <a14:foregroundMark x1="72894" y1="72910" x2="72894" y2="72910"/>
                        <a14:foregroundMark x1="84249" y1="72910" x2="84249" y2="72910"/>
                        <a14:foregroundMark x1="34799" y1="76254" x2="34799" y2="76254"/>
                        <a14:foregroundMark x1="29304" y1="75585" x2="29304" y2="75585"/>
                        <a14:foregroundMark x1="19048" y1="72910" x2="19048" y2="72910"/>
                        <a14:foregroundMark x1="33333" y1="92308" x2="33333" y2="92308"/>
                        <a14:foregroundMark x1="41026" y1="91639" x2="41026" y2="91639"/>
                        <a14:foregroundMark x1="45055" y1="91639" x2="45055" y2="91639"/>
                        <a14:foregroundMark x1="41026" y1="95987" x2="41026" y2="95987"/>
                        <a14:foregroundMark x1="54945" y1="90970" x2="54945" y2="90970"/>
                        <a14:foregroundMark x1="65934" y1="87960" x2="65934" y2="87960"/>
                        <a14:foregroundMark x1="48718" y1="32107" x2="48718" y2="321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26091" y="4245713"/>
            <a:ext cx="1788917" cy="19592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16">
            <a:extLst>
              <a:ext uri="{FF2B5EF4-FFF2-40B4-BE49-F238E27FC236}">
                <a16:creationId xmlns:a16="http://schemas.microsoft.com/office/drawing/2014/main" id="{F0CA8681-DEA9-25AD-1594-6B94C93211EF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26091" y="2146137"/>
            <a:ext cx="1788916" cy="14880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C512B6F-F939-B1AA-7FFF-A7FAC1F7D4B6}"/>
              </a:ext>
            </a:extLst>
          </p:cNvPr>
          <p:cNvSpPr txBox="1"/>
          <p:nvPr/>
        </p:nvSpPr>
        <p:spPr>
          <a:xfrm>
            <a:off x="936796" y="5760714"/>
            <a:ext cx="95615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1" dirty="0">
                <a:solidFill>
                  <a:srgbClr val="000000"/>
                </a:solidFill>
                <a:latin typeface="Verdana" panose="020B0604030504040204" pitchFamily="34" charset="0"/>
              </a:rPr>
              <a:t>Маємо гарну тенденцію!!! Пам’ятаємо про інфляцію і намагаємося збільшувати виторги на кожному магазині/кожного дня. </a:t>
            </a:r>
            <a:endParaRPr lang="uk-UA" dirty="0"/>
          </a:p>
        </p:txBody>
      </p:sp>
      <p:graphicFrame>
        <p:nvGraphicFramePr>
          <p:cNvPr id="5" name="Таблиця 4">
            <a:extLst>
              <a:ext uri="{FF2B5EF4-FFF2-40B4-BE49-F238E27FC236}">
                <a16:creationId xmlns:a16="http://schemas.microsoft.com/office/drawing/2014/main" id="{6ABF968D-1854-6682-D87D-A6FDFDD375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653752"/>
              </p:ext>
            </p:extLst>
          </p:nvPr>
        </p:nvGraphicFramePr>
        <p:xfrm>
          <a:off x="336884" y="1315453"/>
          <a:ext cx="9561550" cy="4062416"/>
        </p:xfrm>
        <a:graphic>
          <a:graphicData uri="http://schemas.openxmlformats.org/drawingml/2006/table">
            <a:tbl>
              <a:tblPr/>
              <a:tblGrid>
                <a:gridCol w="874327">
                  <a:extLst>
                    <a:ext uri="{9D8B030D-6E8A-4147-A177-3AD203B41FA5}">
                      <a16:colId xmlns:a16="http://schemas.microsoft.com/office/drawing/2014/main" val="2055191906"/>
                    </a:ext>
                  </a:extLst>
                </a:gridCol>
                <a:gridCol w="964001">
                  <a:extLst>
                    <a:ext uri="{9D8B030D-6E8A-4147-A177-3AD203B41FA5}">
                      <a16:colId xmlns:a16="http://schemas.microsoft.com/office/drawing/2014/main" val="708489802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2981966509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3867800704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271883821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3891380895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901274027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2925533719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2695746306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2334459896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431182239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2822723403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4245620603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3714966069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2733064798"/>
                    </a:ext>
                  </a:extLst>
                </a:gridCol>
              </a:tblGrid>
              <a:tr h="248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Calendar month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SEP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OCT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NOV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DEC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JAN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FEB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MAR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APR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MAY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JUN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JUL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AUG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[-] Total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7785342"/>
                  </a:ext>
                </a:extLst>
              </a:tr>
              <a:tr h="6223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 dirty="0" err="1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Site</a:t>
                      </a:r>
                      <a:endParaRPr lang="uk-UA" sz="800" b="1" i="0" u="none" strike="noStrike" dirty="0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</a:t>
                      </a: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 </a:t>
                      </a: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index</a:t>
                      </a:r>
                      <a:b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</a:t>
                      </a: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 </a:t>
                      </a: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b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</a:t>
                      </a: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</a:t>
                      </a: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 </a:t>
                      </a: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index</a:t>
                      </a:r>
                      <a:b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</a:t>
                      </a: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 </a:t>
                      </a: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b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</a:t>
                      </a: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952412"/>
                  </a:ext>
                </a:extLst>
              </a:tr>
              <a:tr h="248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J015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SkyMall, Kyiv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100,3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93,2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120,5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96,8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89,0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89,9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90,8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96,0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117,6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121,0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112,6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829884"/>
                  </a:ext>
                </a:extLst>
              </a:tr>
              <a:tr h="248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     J027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Kvadrat</a:t>
                      </a: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, </a:t>
                      </a: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Kyiv</a:t>
                      </a:r>
                      <a:endParaRPr lang="uk-UA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Verdana" panose="020B0604030504040204" pitchFamily="34" charset="0"/>
                      </a:endParaRP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85,9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124,0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170,6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71,9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37,8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97,8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92,1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79205"/>
                  </a:ext>
                </a:extLst>
              </a:tr>
              <a:tr h="248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J029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Prospect, Kyiv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87,6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85,7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105,3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95,9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100,6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102,3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106,1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111,5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119,4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122,8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103,4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857487"/>
                  </a:ext>
                </a:extLst>
              </a:tr>
              <a:tr h="248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J104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Pohreby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109,5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95,7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139,4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104,7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99,1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119,3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128,3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109,9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143,2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100,9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115,2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821722"/>
                  </a:ext>
                </a:extLst>
              </a:tr>
              <a:tr h="248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J109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LIvoberegna, Kyiv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34,4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67,3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113,4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191,7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299116"/>
                  </a:ext>
                </a:extLst>
              </a:tr>
              <a:tr h="248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J120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Rayon, Kyiv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558187"/>
                  </a:ext>
                </a:extLst>
              </a:tr>
              <a:tr h="248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J009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Terminal, Brovary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103,9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123,1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104,7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112,2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112,6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117,7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137,2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127,1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124,8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782065"/>
                  </a:ext>
                </a:extLst>
              </a:tr>
              <a:tr h="4016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     J035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Hollywood</a:t>
                      </a: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, </a:t>
                      </a: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Chernigiv</a:t>
                      </a:r>
                      <a:endParaRPr lang="uk-UA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Verdana" panose="020B0604030504040204" pitchFamily="34" charset="0"/>
                      </a:endParaRP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56,8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55,7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91,9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100,9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101,2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86,7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72,4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158,3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127,1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111,0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97,3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769345"/>
                  </a:ext>
                </a:extLst>
              </a:tr>
              <a:tr h="248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J050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TSUM, Chernihiv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62,6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66,4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108,9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116,2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94,2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97,1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111,2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97,4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65,6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72,4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271,1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448363"/>
                  </a:ext>
                </a:extLst>
              </a:tr>
              <a:tr h="4016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J121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Inzhur Park, Brovary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839908"/>
                  </a:ext>
                </a:extLst>
              </a:tr>
              <a:tr h="4016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     Overall Result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95,6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128,5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119,4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109,2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97,3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101,9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144,2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111,6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975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8818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B20C2-FC17-EEA5-8D47-A8B57A61C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69D8B6-2829-63CA-5FD9-A64E60BE7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District </a:t>
            </a:r>
            <a:endParaRPr lang="uk-UA" dirty="0"/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6B6F0090-BFBE-38A9-EC0B-2C459C054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0605" y="0"/>
            <a:ext cx="902547" cy="954119"/>
          </a:xfrm>
          <a:prstGeom prst="rect">
            <a:avLst/>
          </a:prstGeom>
        </p:spPr>
      </p:pic>
      <p:graphicFrame>
        <p:nvGraphicFramePr>
          <p:cNvPr id="5" name="Таблиця 4">
            <a:extLst>
              <a:ext uri="{FF2B5EF4-FFF2-40B4-BE49-F238E27FC236}">
                <a16:creationId xmlns:a16="http://schemas.microsoft.com/office/drawing/2014/main" id="{7FD48696-D72C-FC29-201B-28DA223EC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249272"/>
              </p:ext>
            </p:extLst>
          </p:nvPr>
        </p:nvGraphicFramePr>
        <p:xfrm>
          <a:off x="320843" y="1010653"/>
          <a:ext cx="11191708" cy="5069309"/>
        </p:xfrm>
        <a:graphic>
          <a:graphicData uri="http://schemas.openxmlformats.org/drawingml/2006/table">
            <a:tbl>
              <a:tblPr/>
              <a:tblGrid>
                <a:gridCol w="1113371">
                  <a:extLst>
                    <a:ext uri="{9D8B030D-6E8A-4147-A177-3AD203B41FA5}">
                      <a16:colId xmlns:a16="http://schemas.microsoft.com/office/drawing/2014/main" val="3939142572"/>
                    </a:ext>
                  </a:extLst>
                </a:gridCol>
                <a:gridCol w="1554081">
                  <a:extLst>
                    <a:ext uri="{9D8B030D-6E8A-4147-A177-3AD203B41FA5}">
                      <a16:colId xmlns:a16="http://schemas.microsoft.com/office/drawing/2014/main" val="599017144"/>
                    </a:ext>
                  </a:extLst>
                </a:gridCol>
                <a:gridCol w="626272">
                  <a:extLst>
                    <a:ext uri="{9D8B030D-6E8A-4147-A177-3AD203B41FA5}">
                      <a16:colId xmlns:a16="http://schemas.microsoft.com/office/drawing/2014/main" val="4041460555"/>
                    </a:ext>
                  </a:extLst>
                </a:gridCol>
                <a:gridCol w="475503">
                  <a:extLst>
                    <a:ext uri="{9D8B030D-6E8A-4147-A177-3AD203B41FA5}">
                      <a16:colId xmlns:a16="http://schemas.microsoft.com/office/drawing/2014/main" val="3436918035"/>
                    </a:ext>
                  </a:extLst>
                </a:gridCol>
                <a:gridCol w="475503">
                  <a:extLst>
                    <a:ext uri="{9D8B030D-6E8A-4147-A177-3AD203B41FA5}">
                      <a16:colId xmlns:a16="http://schemas.microsoft.com/office/drawing/2014/main" val="714099742"/>
                    </a:ext>
                  </a:extLst>
                </a:gridCol>
                <a:gridCol w="533491">
                  <a:extLst>
                    <a:ext uri="{9D8B030D-6E8A-4147-A177-3AD203B41FA5}">
                      <a16:colId xmlns:a16="http://schemas.microsoft.com/office/drawing/2014/main" val="3898612396"/>
                    </a:ext>
                  </a:extLst>
                </a:gridCol>
                <a:gridCol w="521893">
                  <a:extLst>
                    <a:ext uri="{9D8B030D-6E8A-4147-A177-3AD203B41FA5}">
                      <a16:colId xmlns:a16="http://schemas.microsoft.com/office/drawing/2014/main" val="3539269939"/>
                    </a:ext>
                  </a:extLst>
                </a:gridCol>
                <a:gridCol w="661065">
                  <a:extLst>
                    <a:ext uri="{9D8B030D-6E8A-4147-A177-3AD203B41FA5}">
                      <a16:colId xmlns:a16="http://schemas.microsoft.com/office/drawing/2014/main" val="548723256"/>
                    </a:ext>
                  </a:extLst>
                </a:gridCol>
                <a:gridCol w="475503">
                  <a:extLst>
                    <a:ext uri="{9D8B030D-6E8A-4147-A177-3AD203B41FA5}">
                      <a16:colId xmlns:a16="http://schemas.microsoft.com/office/drawing/2014/main" val="2175747578"/>
                    </a:ext>
                  </a:extLst>
                </a:gridCol>
                <a:gridCol w="626272">
                  <a:extLst>
                    <a:ext uri="{9D8B030D-6E8A-4147-A177-3AD203B41FA5}">
                      <a16:colId xmlns:a16="http://schemas.microsoft.com/office/drawing/2014/main" val="3438346361"/>
                    </a:ext>
                  </a:extLst>
                </a:gridCol>
                <a:gridCol w="707455">
                  <a:extLst>
                    <a:ext uri="{9D8B030D-6E8A-4147-A177-3AD203B41FA5}">
                      <a16:colId xmlns:a16="http://schemas.microsoft.com/office/drawing/2014/main" val="2159185820"/>
                    </a:ext>
                  </a:extLst>
                </a:gridCol>
                <a:gridCol w="707455">
                  <a:extLst>
                    <a:ext uri="{9D8B030D-6E8A-4147-A177-3AD203B41FA5}">
                      <a16:colId xmlns:a16="http://schemas.microsoft.com/office/drawing/2014/main" val="1733957721"/>
                    </a:ext>
                  </a:extLst>
                </a:gridCol>
                <a:gridCol w="521893">
                  <a:extLst>
                    <a:ext uri="{9D8B030D-6E8A-4147-A177-3AD203B41FA5}">
                      <a16:colId xmlns:a16="http://schemas.microsoft.com/office/drawing/2014/main" val="233316240"/>
                    </a:ext>
                  </a:extLst>
                </a:gridCol>
                <a:gridCol w="707455">
                  <a:extLst>
                    <a:ext uri="{9D8B030D-6E8A-4147-A177-3AD203B41FA5}">
                      <a16:colId xmlns:a16="http://schemas.microsoft.com/office/drawing/2014/main" val="529261247"/>
                    </a:ext>
                  </a:extLst>
                </a:gridCol>
                <a:gridCol w="742248">
                  <a:extLst>
                    <a:ext uri="{9D8B030D-6E8A-4147-A177-3AD203B41FA5}">
                      <a16:colId xmlns:a16="http://schemas.microsoft.com/office/drawing/2014/main" val="1562569729"/>
                    </a:ext>
                  </a:extLst>
                </a:gridCol>
                <a:gridCol w="742248">
                  <a:extLst>
                    <a:ext uri="{9D8B030D-6E8A-4147-A177-3AD203B41FA5}">
                      <a16:colId xmlns:a16="http://schemas.microsoft.com/office/drawing/2014/main" val="3411590813"/>
                    </a:ext>
                  </a:extLst>
                </a:gridCol>
              </a:tblGrid>
              <a:tr h="7381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202608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Index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plan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Index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Customers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202608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Index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/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customers</a:t>
                      </a:r>
                      <a:endParaRPr lang="uk-UA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Index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/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FY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endParaRPr lang="uk-UA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Acc. index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Acc. index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plan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customers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Acc. index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compl.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sales/customer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Acc. index 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sales/customer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355002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Site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* 1 000 UAH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UAH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* 1 000 UAH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UAH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710195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[-] 1017DISTR06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Kyiv East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70 726,3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D3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88,7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47 806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98,0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1 479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816 457,2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96,1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622 079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1 312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5847197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[-] 1017DISTR02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East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53 407,0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A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85,4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40 845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1 308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603 052,9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91,1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521 019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1 157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109,7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03829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[-] 1017DISTR07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Kyiv South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95 657,7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C9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67 322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1 421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1 068 709,9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98,9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852 825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99,1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1 253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111,8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591583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[-] 1017DISTR05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South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54 793,0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9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98,5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123,8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39 886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1 374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109,6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589 855,1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464 515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99,3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1 270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859460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[-] 1017DISTR10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Dnipro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53 830,6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9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84,0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38 200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93,4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1 409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619 459,1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87,1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510 020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98,3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1 215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106,8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968646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[-] 1017REG01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Region 1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328 414,5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92,1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234 059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1 403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3 697 534,3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94,3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2 970 458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1 245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053398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[-] 1017DISTR08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Kyiv North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79 366,3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0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94,4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54 022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1 469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946 287,4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716 782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1 320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111,5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925596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[-] 1017DISTR04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West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123 938,8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153,4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78 257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131,7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1 584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1 172 012,4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131,5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842 947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1 390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3258425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[-] 1017DISTR09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Volyn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86 183,3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CD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122,0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56 832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1 516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910 654,7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656 481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1 387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500679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[-] 1017DISTR03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Podil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93 849,8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CA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140,5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62 034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123,2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1 513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896 406,1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670 359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1 337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409674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[-] 1017DISTR01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Center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76 363,2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1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159,9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51 758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139,5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1 475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718 836,8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123,5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94,5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547 676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1 313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347105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[-] 1017REG02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Region 2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459 701,4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137,1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302 903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122,1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1 518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4 644 197,3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120,8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3 434 245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106,2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1 352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650041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101701C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Stores excl Planned stores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788 115,9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126,7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536 962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1 468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8 341 731,6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98,6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6 404 703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1 302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769995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[-] 101701B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Stores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788 115,9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126,7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536 962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1 468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8 341 731,6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98,3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6 404 703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1 302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980604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J300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Online Ukraine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54 628,6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140,9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10 979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4 976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123,0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589 261,8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125,8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141 662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4 160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501694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1017DISTR98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Online sales JUA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54 628,6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140,9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10 979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4 976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123,0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589 261,8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125,8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141 662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4 160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7858319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[-] 1017REG98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Online sales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54 628,6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140,9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10 979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4 976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123,0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589 261,8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125,8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141 662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4 160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697607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[-] 101701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Stores &amp; Common stores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842 744,5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127,5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547 941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1 538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8 930 993,4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99,3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6 546 365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1 364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744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3126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95A90-B840-AAB2-6524-26F46D726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6DCA82-E013-4AD2-D890-553503691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District Kyiv1 stores</a:t>
            </a:r>
            <a:endParaRPr lang="uk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DD49CB-23AD-4471-840D-3C09167754E7}"/>
              </a:ext>
            </a:extLst>
          </p:cNvPr>
          <p:cNvSpPr txBox="1"/>
          <p:nvPr/>
        </p:nvSpPr>
        <p:spPr>
          <a:xfrm>
            <a:off x="769878" y="1016905"/>
            <a:ext cx="10922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dirty="0">
                <a:latin typeface="Verdana" panose="020B0604030504040204" pitchFamily="34" charset="0"/>
              </a:rPr>
              <a:t>Total Stores, month </a:t>
            </a:r>
            <a:endParaRPr lang="uk-UA" sz="1400" dirty="0">
              <a:latin typeface="Verdana" panose="020B0604030504040204" pitchFamily="34" charset="0"/>
            </a:endParaRPr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764B182D-FCAC-C575-702F-8C08FEAC5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0605" y="0"/>
            <a:ext cx="902547" cy="954119"/>
          </a:xfrm>
          <a:prstGeom prst="rect">
            <a:avLst/>
          </a:prstGeom>
        </p:spPr>
      </p:pic>
      <p:graphicFrame>
        <p:nvGraphicFramePr>
          <p:cNvPr id="3" name="Таблиця 2">
            <a:extLst>
              <a:ext uri="{FF2B5EF4-FFF2-40B4-BE49-F238E27FC236}">
                <a16:creationId xmlns:a16="http://schemas.microsoft.com/office/drawing/2014/main" id="{45D36D44-E95A-2D95-8946-B364ADD27C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556666"/>
              </p:ext>
            </p:extLst>
          </p:nvPr>
        </p:nvGraphicFramePr>
        <p:xfrm>
          <a:off x="320843" y="1324682"/>
          <a:ext cx="11191705" cy="3512020"/>
        </p:xfrm>
        <a:graphic>
          <a:graphicData uri="http://schemas.openxmlformats.org/drawingml/2006/table">
            <a:tbl>
              <a:tblPr/>
              <a:tblGrid>
                <a:gridCol w="1113371">
                  <a:extLst>
                    <a:ext uri="{9D8B030D-6E8A-4147-A177-3AD203B41FA5}">
                      <a16:colId xmlns:a16="http://schemas.microsoft.com/office/drawing/2014/main" val="3367021749"/>
                    </a:ext>
                  </a:extLst>
                </a:gridCol>
                <a:gridCol w="1554081">
                  <a:extLst>
                    <a:ext uri="{9D8B030D-6E8A-4147-A177-3AD203B41FA5}">
                      <a16:colId xmlns:a16="http://schemas.microsoft.com/office/drawing/2014/main" val="3249484179"/>
                    </a:ext>
                  </a:extLst>
                </a:gridCol>
                <a:gridCol w="626271">
                  <a:extLst>
                    <a:ext uri="{9D8B030D-6E8A-4147-A177-3AD203B41FA5}">
                      <a16:colId xmlns:a16="http://schemas.microsoft.com/office/drawing/2014/main" val="78419148"/>
                    </a:ext>
                  </a:extLst>
                </a:gridCol>
                <a:gridCol w="475503">
                  <a:extLst>
                    <a:ext uri="{9D8B030D-6E8A-4147-A177-3AD203B41FA5}">
                      <a16:colId xmlns:a16="http://schemas.microsoft.com/office/drawing/2014/main" val="1606874834"/>
                    </a:ext>
                  </a:extLst>
                </a:gridCol>
                <a:gridCol w="475503">
                  <a:extLst>
                    <a:ext uri="{9D8B030D-6E8A-4147-A177-3AD203B41FA5}">
                      <a16:colId xmlns:a16="http://schemas.microsoft.com/office/drawing/2014/main" val="4238467572"/>
                    </a:ext>
                  </a:extLst>
                </a:gridCol>
                <a:gridCol w="533490">
                  <a:extLst>
                    <a:ext uri="{9D8B030D-6E8A-4147-A177-3AD203B41FA5}">
                      <a16:colId xmlns:a16="http://schemas.microsoft.com/office/drawing/2014/main" val="206906890"/>
                    </a:ext>
                  </a:extLst>
                </a:gridCol>
                <a:gridCol w="521893">
                  <a:extLst>
                    <a:ext uri="{9D8B030D-6E8A-4147-A177-3AD203B41FA5}">
                      <a16:colId xmlns:a16="http://schemas.microsoft.com/office/drawing/2014/main" val="845624099"/>
                    </a:ext>
                  </a:extLst>
                </a:gridCol>
                <a:gridCol w="661065">
                  <a:extLst>
                    <a:ext uri="{9D8B030D-6E8A-4147-A177-3AD203B41FA5}">
                      <a16:colId xmlns:a16="http://schemas.microsoft.com/office/drawing/2014/main" val="378911924"/>
                    </a:ext>
                  </a:extLst>
                </a:gridCol>
                <a:gridCol w="475503">
                  <a:extLst>
                    <a:ext uri="{9D8B030D-6E8A-4147-A177-3AD203B41FA5}">
                      <a16:colId xmlns:a16="http://schemas.microsoft.com/office/drawing/2014/main" val="794466012"/>
                    </a:ext>
                  </a:extLst>
                </a:gridCol>
                <a:gridCol w="626271">
                  <a:extLst>
                    <a:ext uri="{9D8B030D-6E8A-4147-A177-3AD203B41FA5}">
                      <a16:colId xmlns:a16="http://schemas.microsoft.com/office/drawing/2014/main" val="3621042974"/>
                    </a:ext>
                  </a:extLst>
                </a:gridCol>
                <a:gridCol w="707455">
                  <a:extLst>
                    <a:ext uri="{9D8B030D-6E8A-4147-A177-3AD203B41FA5}">
                      <a16:colId xmlns:a16="http://schemas.microsoft.com/office/drawing/2014/main" val="667567983"/>
                    </a:ext>
                  </a:extLst>
                </a:gridCol>
                <a:gridCol w="707455">
                  <a:extLst>
                    <a:ext uri="{9D8B030D-6E8A-4147-A177-3AD203B41FA5}">
                      <a16:colId xmlns:a16="http://schemas.microsoft.com/office/drawing/2014/main" val="3416267796"/>
                    </a:ext>
                  </a:extLst>
                </a:gridCol>
                <a:gridCol w="521893">
                  <a:extLst>
                    <a:ext uri="{9D8B030D-6E8A-4147-A177-3AD203B41FA5}">
                      <a16:colId xmlns:a16="http://schemas.microsoft.com/office/drawing/2014/main" val="1331319884"/>
                    </a:ext>
                  </a:extLst>
                </a:gridCol>
                <a:gridCol w="707455">
                  <a:extLst>
                    <a:ext uri="{9D8B030D-6E8A-4147-A177-3AD203B41FA5}">
                      <a16:colId xmlns:a16="http://schemas.microsoft.com/office/drawing/2014/main" val="477002443"/>
                    </a:ext>
                  </a:extLst>
                </a:gridCol>
                <a:gridCol w="742248">
                  <a:extLst>
                    <a:ext uri="{9D8B030D-6E8A-4147-A177-3AD203B41FA5}">
                      <a16:colId xmlns:a16="http://schemas.microsoft.com/office/drawing/2014/main" val="3171264524"/>
                    </a:ext>
                  </a:extLst>
                </a:gridCol>
                <a:gridCol w="742248">
                  <a:extLst>
                    <a:ext uri="{9D8B030D-6E8A-4147-A177-3AD203B41FA5}">
                      <a16:colId xmlns:a16="http://schemas.microsoft.com/office/drawing/2014/main" val="207057285"/>
                    </a:ext>
                  </a:extLst>
                </a:gridCol>
              </a:tblGrid>
              <a:tr h="7701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202608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Index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plan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Index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202608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Index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customers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/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customers</a:t>
                      </a:r>
                      <a:endParaRPr lang="uk-UA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Index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sales/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FY Acc.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index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Acc. index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plan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customers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index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customers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compl.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sales/customer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index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/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558955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Site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* 1 000 UAH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UAH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* 1 000 UAH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UAH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670165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J015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SkyMall, Kyiv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3 531,3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80,9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2 495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91,7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1 415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122,8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44 606,2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92,1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35 088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87,7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1 271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0521733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J027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Kvadrat, Kyiv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3 875,4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76,8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3 476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1 115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106,9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46 610,3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92,1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83,3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45 959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95,0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1 014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96,9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64883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J029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Prospect, Kyiv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9 387,2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81,4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7 497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87,3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1 252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119,7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117 364,4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91,7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109 313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91,4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1 074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050550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J104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Pohreby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3 339,2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92,6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1 985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98,4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1 682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41 839,6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25 335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1 651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418207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J109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LIvoberegna, Kyiv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3 994,6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2 740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1 458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106,5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48 423,4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191,7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37 546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239,0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1 290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80,2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4093841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J120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Rayon, Kyiv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4 044,7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88,6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2 801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1 444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4 044,7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25,3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2 801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1 444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807039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J009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Terminal, Brovary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8 983,7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98,2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124,8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5 054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1 778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105 612,4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70 293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1 502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723024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J035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Hollywood, Chernigiv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4 337,4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79,4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111,0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3 548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98,0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1 222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51 981,9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97,3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85,8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48 284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84,6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1 077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749469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J050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TSUM, Chernihiv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7 959,7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190,0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271,1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6 648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231,8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1 197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43 312,0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93,2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44 960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88,2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963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744030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J121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Inzhur Park, Brovary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3 634,3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2 362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1 539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3 634,3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2 362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1 539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1980647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101701C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Stores excl Planned stores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788 115,9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126,7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536 962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1 468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8 341 731,6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98,6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6 404 703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1 302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552244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1017DISTR98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Online sales JUA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54 628,6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140,9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10 979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4 976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123,0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589 261,8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125,8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141 662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4 160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911234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[-] 101701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Stores &amp; Common stores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842 744,5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127,5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547 941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1 538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8 930 993,4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99,3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6 546 365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1 364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05678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527512B-83B3-FF00-3841-F17F1C3EAA38}"/>
              </a:ext>
            </a:extLst>
          </p:cNvPr>
          <p:cNvSpPr txBox="1"/>
          <p:nvPr/>
        </p:nvSpPr>
        <p:spPr>
          <a:xfrm>
            <a:off x="190678" y="5071653"/>
            <a:ext cx="1195247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J015 – </a:t>
            </a:r>
            <a:r>
              <a:rPr lang="uk-UA" sz="1400" dirty="0"/>
              <a:t>звернути увагу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Index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customers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та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Acc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. </a:t>
            </a:r>
            <a:r>
              <a:rPr lang="en-US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I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ndex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customers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prev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.</a:t>
            </a:r>
            <a:endParaRPr lang="uk-UA" sz="1200" b="1" dirty="0"/>
          </a:p>
          <a:p>
            <a:r>
              <a:rPr lang="en-US" sz="1400" dirty="0"/>
              <a:t>J027 - </a:t>
            </a:r>
            <a:r>
              <a:rPr lang="uk-UA" sz="1400" dirty="0"/>
              <a:t>звернути увагу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Index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customers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+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Acc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. </a:t>
            </a:r>
            <a:r>
              <a:rPr lang="en-US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I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ndex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customers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prev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та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Acc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.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index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sales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/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customer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endParaRPr lang="uk-UA" sz="1200" b="1" dirty="0"/>
          </a:p>
          <a:p>
            <a:r>
              <a:rPr lang="en-US" sz="1400" dirty="0"/>
              <a:t>J</a:t>
            </a:r>
            <a:r>
              <a:rPr lang="uk-UA" sz="1400" dirty="0"/>
              <a:t>109 – звернути увагу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Acc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.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index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sales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/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customer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</a:p>
          <a:p>
            <a:r>
              <a:rPr lang="en-US" sz="1400" dirty="0"/>
              <a:t>J</a:t>
            </a:r>
            <a:r>
              <a:rPr lang="uk-UA" sz="1400" dirty="0"/>
              <a:t>035 – звернути увагу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Index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customers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prev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. +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Acc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. </a:t>
            </a:r>
            <a:r>
              <a:rPr lang="en-US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I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ndex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compl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. </a:t>
            </a:r>
            <a:r>
              <a:rPr lang="en-US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S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ales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prev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.+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Acc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. </a:t>
            </a:r>
            <a:r>
              <a:rPr lang="en-US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I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ndex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customers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prev</a:t>
            </a:r>
            <a:endParaRPr lang="uk-UA" sz="1200" b="1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US" sz="1400" dirty="0"/>
              <a:t>J</a:t>
            </a:r>
            <a:r>
              <a:rPr lang="uk-UA" sz="1400" dirty="0"/>
              <a:t>035 – звернути увагу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Acc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. </a:t>
            </a:r>
            <a:r>
              <a:rPr lang="en-US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I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ndex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customers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prev</a:t>
            </a:r>
            <a:endParaRPr lang="uk-UA" sz="1200" dirty="0"/>
          </a:p>
        </p:txBody>
      </p:sp>
    </p:spTree>
    <p:extLst>
      <p:ext uri="{BB962C8B-B14F-4D97-AF65-F5344CB8AC3E}">
        <p14:creationId xmlns:p14="http://schemas.microsoft.com/office/powerpoint/2010/main" val="1456225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1AD83-EBD3-5EB7-A4D5-F4681444D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C13013-A011-C0CA-797C-C751D5D46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Performance by Product area</a:t>
            </a:r>
            <a:endParaRPr lang="uk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E6EA63-560C-6252-8E09-F8C828155CBA}"/>
              </a:ext>
            </a:extLst>
          </p:cNvPr>
          <p:cNvSpPr txBox="1"/>
          <p:nvPr/>
        </p:nvSpPr>
        <p:spPr>
          <a:xfrm>
            <a:off x="635000" y="1016000"/>
            <a:ext cx="10922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dirty="0">
                <a:latin typeface="Verdana" panose="020B0604030504040204" pitchFamily="34" charset="0"/>
              </a:rPr>
              <a:t>comparable stores, month </a:t>
            </a:r>
            <a:endParaRPr lang="uk-UA" sz="1400" dirty="0">
              <a:latin typeface="Verdana" panose="020B0604030504040204" pitchFamily="34" charset="0"/>
            </a:endParaRPr>
          </a:p>
        </p:txBody>
      </p:sp>
      <p:pic>
        <p:nvPicPr>
          <p:cNvPr id="8" name="Picture 10">
            <a:extLst>
              <a:ext uri="{FF2B5EF4-FFF2-40B4-BE49-F238E27FC236}">
                <a16:creationId xmlns:a16="http://schemas.microsoft.com/office/drawing/2014/main" id="{B8E73EE3-4CB6-1CFA-DD8B-87020C799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9338" y="345649"/>
            <a:ext cx="1374729" cy="135139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59D0EFE-9E13-6E9C-12F3-D11E73F87C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358" b="95987" l="9524" r="89744">
                        <a14:foregroundMark x1="49817" y1="7692" x2="49817" y2="7692"/>
                        <a14:foregroundMark x1="43956" y1="73913" x2="43956" y2="73913"/>
                        <a14:foregroundMark x1="52015" y1="72910" x2="52015" y2="72910"/>
                        <a14:foregroundMark x1="62271" y1="74247" x2="62271" y2="74247"/>
                        <a14:foregroundMark x1="72894" y1="72910" x2="72894" y2="72910"/>
                        <a14:foregroundMark x1="84249" y1="72910" x2="84249" y2="72910"/>
                        <a14:foregroundMark x1="34799" y1="76254" x2="34799" y2="76254"/>
                        <a14:foregroundMark x1="29304" y1="75585" x2="29304" y2="75585"/>
                        <a14:foregroundMark x1="19048" y1="72910" x2="19048" y2="72910"/>
                        <a14:foregroundMark x1="33333" y1="92308" x2="33333" y2="92308"/>
                        <a14:foregroundMark x1="41026" y1="91639" x2="41026" y2="91639"/>
                        <a14:foregroundMark x1="45055" y1="91639" x2="45055" y2="91639"/>
                        <a14:foregroundMark x1="41026" y1="95987" x2="41026" y2="95987"/>
                        <a14:foregroundMark x1="54945" y1="90970" x2="54945" y2="90970"/>
                        <a14:foregroundMark x1="65934" y1="87960" x2="65934" y2="87960"/>
                        <a14:foregroundMark x1="48718" y1="32107" x2="48718" y2="321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26091" y="4245713"/>
            <a:ext cx="1788917" cy="19592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16">
            <a:extLst>
              <a:ext uri="{FF2B5EF4-FFF2-40B4-BE49-F238E27FC236}">
                <a16:creationId xmlns:a16="http://schemas.microsoft.com/office/drawing/2014/main" id="{3D880180-A850-4703-CE19-3AD05432ACA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26091" y="2146137"/>
            <a:ext cx="1788916" cy="14880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3" name="Таблиця 2">
            <a:extLst>
              <a:ext uri="{FF2B5EF4-FFF2-40B4-BE49-F238E27FC236}">
                <a16:creationId xmlns:a16="http://schemas.microsoft.com/office/drawing/2014/main" id="{18D51A33-D57B-B00C-6E27-C21EE8AE3D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500416"/>
              </p:ext>
            </p:extLst>
          </p:nvPr>
        </p:nvGraphicFramePr>
        <p:xfrm>
          <a:off x="293156" y="1360376"/>
          <a:ext cx="9828789" cy="3836936"/>
        </p:xfrm>
        <a:graphic>
          <a:graphicData uri="http://schemas.openxmlformats.org/drawingml/2006/table">
            <a:tbl>
              <a:tblPr/>
              <a:tblGrid>
                <a:gridCol w="667657">
                  <a:extLst>
                    <a:ext uri="{9D8B030D-6E8A-4147-A177-3AD203B41FA5}">
                      <a16:colId xmlns:a16="http://schemas.microsoft.com/office/drawing/2014/main" val="1146640661"/>
                    </a:ext>
                  </a:extLst>
                </a:gridCol>
                <a:gridCol w="941287">
                  <a:extLst>
                    <a:ext uri="{9D8B030D-6E8A-4147-A177-3AD203B41FA5}">
                      <a16:colId xmlns:a16="http://schemas.microsoft.com/office/drawing/2014/main" val="4227452340"/>
                    </a:ext>
                  </a:extLst>
                </a:gridCol>
                <a:gridCol w="645766">
                  <a:extLst>
                    <a:ext uri="{9D8B030D-6E8A-4147-A177-3AD203B41FA5}">
                      <a16:colId xmlns:a16="http://schemas.microsoft.com/office/drawing/2014/main" val="465330828"/>
                    </a:ext>
                  </a:extLst>
                </a:gridCol>
                <a:gridCol w="656712">
                  <a:extLst>
                    <a:ext uri="{9D8B030D-6E8A-4147-A177-3AD203B41FA5}">
                      <a16:colId xmlns:a16="http://schemas.microsoft.com/office/drawing/2014/main" val="1100392876"/>
                    </a:ext>
                  </a:extLst>
                </a:gridCol>
                <a:gridCol w="689547">
                  <a:extLst>
                    <a:ext uri="{9D8B030D-6E8A-4147-A177-3AD203B41FA5}">
                      <a16:colId xmlns:a16="http://schemas.microsoft.com/office/drawing/2014/main" val="2631170191"/>
                    </a:ext>
                  </a:extLst>
                </a:gridCol>
                <a:gridCol w="415918">
                  <a:extLst>
                    <a:ext uri="{9D8B030D-6E8A-4147-A177-3AD203B41FA5}">
                      <a16:colId xmlns:a16="http://schemas.microsoft.com/office/drawing/2014/main" val="716605409"/>
                    </a:ext>
                  </a:extLst>
                </a:gridCol>
                <a:gridCol w="864671">
                  <a:extLst>
                    <a:ext uri="{9D8B030D-6E8A-4147-A177-3AD203B41FA5}">
                      <a16:colId xmlns:a16="http://schemas.microsoft.com/office/drawing/2014/main" val="3647574718"/>
                    </a:ext>
                  </a:extLst>
                </a:gridCol>
                <a:gridCol w="580095">
                  <a:extLst>
                    <a:ext uri="{9D8B030D-6E8A-4147-A177-3AD203B41FA5}">
                      <a16:colId xmlns:a16="http://schemas.microsoft.com/office/drawing/2014/main" val="3566326369"/>
                    </a:ext>
                  </a:extLst>
                </a:gridCol>
                <a:gridCol w="853726">
                  <a:extLst>
                    <a:ext uri="{9D8B030D-6E8A-4147-A177-3AD203B41FA5}">
                      <a16:colId xmlns:a16="http://schemas.microsoft.com/office/drawing/2014/main" val="1869216652"/>
                    </a:ext>
                  </a:extLst>
                </a:gridCol>
                <a:gridCol w="996013">
                  <a:extLst>
                    <a:ext uri="{9D8B030D-6E8A-4147-A177-3AD203B41FA5}">
                      <a16:colId xmlns:a16="http://schemas.microsoft.com/office/drawing/2014/main" val="3875873766"/>
                    </a:ext>
                  </a:extLst>
                </a:gridCol>
                <a:gridCol w="788055">
                  <a:extLst>
                    <a:ext uri="{9D8B030D-6E8A-4147-A177-3AD203B41FA5}">
                      <a16:colId xmlns:a16="http://schemas.microsoft.com/office/drawing/2014/main" val="2991895421"/>
                    </a:ext>
                  </a:extLst>
                </a:gridCol>
                <a:gridCol w="974123">
                  <a:extLst>
                    <a:ext uri="{9D8B030D-6E8A-4147-A177-3AD203B41FA5}">
                      <a16:colId xmlns:a16="http://schemas.microsoft.com/office/drawing/2014/main" val="1557037270"/>
                    </a:ext>
                  </a:extLst>
                </a:gridCol>
                <a:gridCol w="755219">
                  <a:extLst>
                    <a:ext uri="{9D8B030D-6E8A-4147-A177-3AD203B41FA5}">
                      <a16:colId xmlns:a16="http://schemas.microsoft.com/office/drawing/2014/main" val="2538369822"/>
                    </a:ext>
                  </a:extLst>
                </a:gridCol>
              </a:tblGrid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Site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J015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J027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J029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J104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J109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J120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J009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J035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J050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J121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Overall Result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079161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SkyMall, Kyiv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Kvadrat, Kyiv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Prospect, Kyiv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Pohreby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LIvoberegna, Kyiv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Rayon, Kyiv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Terminal, Brovary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Hollywood, Chernigiv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TSUM, Chernihiv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Inzhur Park, Brovary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035989"/>
                  </a:ext>
                </a:extLst>
              </a:tr>
              <a:tr h="4586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Index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Bed linen and sheets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90,9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127,8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94,8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94,8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422,7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158,7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7271004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Bathroom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119,5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382,1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161,0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A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37400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Mattresses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127,5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88,1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133,0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120,6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155,8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170,4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498,2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156,2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400949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Furniture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122,8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122,1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123,6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138,4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238,7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150,2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244319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Homeware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92,5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122,1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99,5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197,1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122,4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D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765545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Home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textiles</a:t>
                      </a:r>
                      <a:endParaRPr lang="uk-UA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80,7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82,8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91,3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92,9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90,2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89,8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317,7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139,1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B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843298"/>
                  </a:ext>
                </a:extLst>
              </a:tr>
              <a:tr h="1814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Window dressing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97,7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125,2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151,3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209,1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122,7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92,6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400,1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168,4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017853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Duvets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and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pillows</a:t>
                      </a:r>
                      <a:endParaRPr lang="uk-UA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91,6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92,8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91,2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84,0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364,0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162,6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D4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288985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Garden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182,8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73,8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82,2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64,9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145,3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135,0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365804"/>
                  </a:ext>
                </a:extLst>
              </a:tr>
              <a:tr h="2225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MMS article structure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124,8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111,0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271,1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144,2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067919"/>
                  </a:ext>
                </a:extLst>
              </a:tr>
              <a:tr h="3439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Acc. index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Bed linen and sheets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184,1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109,4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537951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Bathroom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96,3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96,2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111,2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227,1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89,6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028163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Mattresses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90,4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93,7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121,6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202,0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93,5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119,6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476944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Furniture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215,6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119,2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4084051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Homeware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88,2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93,8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106,9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341,9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89,6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92,1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106,1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098621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Home textiles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127,3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247,2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534495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Window dressing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92,0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84,8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99,6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164,4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98,4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056576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Duvets and pillows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119,0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195,3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97,2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119,0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454255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Garden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124,6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52,8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120,6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86,2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135,2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94,8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84,1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357391"/>
                  </a:ext>
                </a:extLst>
              </a:tr>
              <a:tr h="2225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MMS article structure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92,1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191,7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97,3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111,6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7277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A0B2C88-80A6-99EE-CF20-766007400BB3}"/>
              </a:ext>
            </a:extLst>
          </p:cNvPr>
          <p:cNvSpPr txBox="1"/>
          <p:nvPr/>
        </p:nvSpPr>
        <p:spPr>
          <a:xfrm>
            <a:off x="293156" y="5431176"/>
            <a:ext cx="992566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400" dirty="0"/>
              <a:t>Зверніть увагу: по багатьом магазинам є падіння в групі - </a:t>
            </a:r>
            <a:r>
              <a:rPr lang="uk-UA" sz="1200" b="1" i="1" dirty="0" err="1">
                <a:solidFill>
                  <a:srgbClr val="000000"/>
                </a:solidFill>
                <a:latin typeface="Verdana" panose="020B0604030504040204" pitchFamily="34" charset="0"/>
              </a:rPr>
              <a:t>Home</a:t>
            </a:r>
            <a:r>
              <a:rPr lang="uk-UA" sz="1200" b="1" i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i="1" dirty="0" err="1">
                <a:solidFill>
                  <a:srgbClr val="000000"/>
                </a:solidFill>
                <a:latin typeface="Verdana" panose="020B0604030504040204" pitchFamily="34" charset="0"/>
              </a:rPr>
              <a:t>textiles</a:t>
            </a:r>
            <a:r>
              <a:rPr lang="uk-UA" sz="1200" b="1" i="1" dirty="0">
                <a:solidFill>
                  <a:srgbClr val="000000"/>
                </a:solidFill>
                <a:latin typeface="Verdana" panose="020B0604030504040204" pitchFamily="34" charset="0"/>
              </a:rPr>
              <a:t>  та </a:t>
            </a:r>
            <a:r>
              <a:rPr lang="uk-UA" sz="1200" b="1" i="1" dirty="0" err="1">
                <a:solidFill>
                  <a:srgbClr val="000000"/>
                </a:solidFill>
                <a:latin typeface="Verdana" panose="020B0604030504040204" pitchFamily="34" charset="0"/>
              </a:rPr>
              <a:t>Duvets</a:t>
            </a:r>
            <a:r>
              <a:rPr lang="uk-UA" sz="1200" b="1" i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i="1" dirty="0" err="1">
                <a:solidFill>
                  <a:srgbClr val="000000"/>
                </a:solidFill>
                <a:latin typeface="Verdana" panose="020B0604030504040204" pitchFamily="34" charset="0"/>
              </a:rPr>
              <a:t>and</a:t>
            </a:r>
            <a:r>
              <a:rPr lang="uk-UA" sz="1200" b="1" i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i="1" dirty="0" err="1">
                <a:solidFill>
                  <a:srgbClr val="000000"/>
                </a:solidFill>
                <a:latin typeface="Verdana" panose="020B0604030504040204" pitchFamily="34" charset="0"/>
              </a:rPr>
              <a:t>pillows</a:t>
            </a:r>
            <a:endParaRPr lang="uk-UA" sz="1200" b="1" i="1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uk-UA" sz="1400" b="1" dirty="0">
                <a:solidFill>
                  <a:srgbClr val="000000"/>
                </a:solidFill>
                <a:latin typeface="Verdana" panose="020B0604030504040204" pitchFamily="34" charset="0"/>
              </a:rPr>
              <a:t>Фокус на  </a:t>
            </a:r>
            <a:r>
              <a:rPr lang="en-US" sz="1400" b="1" dirty="0">
                <a:solidFill>
                  <a:srgbClr val="000000"/>
                </a:solidFill>
                <a:latin typeface="Verdana" panose="020B0604030504040204" pitchFamily="34" charset="0"/>
              </a:rPr>
              <a:t>J015. J027. J035. J029</a:t>
            </a:r>
            <a:endParaRPr lang="uk-UA" sz="1400" b="1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uk-UA" sz="1400" dirty="0"/>
              <a:t> </a:t>
            </a:r>
            <a:endParaRPr lang="uk-UA" sz="1200" dirty="0"/>
          </a:p>
        </p:txBody>
      </p:sp>
    </p:spTree>
    <p:extLst>
      <p:ext uri="{BB962C8B-B14F-4D97-AF65-F5344CB8AC3E}">
        <p14:creationId xmlns:p14="http://schemas.microsoft.com/office/powerpoint/2010/main" val="10949053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527FCA-89BC-7F81-E850-A18F842E8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Productivity</a:t>
            </a:r>
            <a:endParaRPr lang="uk-U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DC8A2C-4410-B50E-047F-A1F1FDBD5255}"/>
              </a:ext>
            </a:extLst>
          </p:cNvPr>
          <p:cNvSpPr txBox="1"/>
          <p:nvPr/>
        </p:nvSpPr>
        <p:spPr>
          <a:xfrm>
            <a:off x="635000" y="1016000"/>
            <a:ext cx="10922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dirty="0">
                <a:latin typeface="Verdana" panose="020B0604030504040204" pitchFamily="34" charset="0"/>
              </a:rPr>
              <a:t>comparable stores, month </a:t>
            </a:r>
            <a:endParaRPr lang="uk-UA" sz="1400" dirty="0">
              <a:latin typeface="Verdana" panose="020B0604030504040204" pitchFamily="34" charset="0"/>
            </a:endParaRPr>
          </a:p>
        </p:txBody>
      </p:sp>
      <p:pic>
        <p:nvPicPr>
          <p:cNvPr id="6" name="Picture 12">
            <a:extLst>
              <a:ext uri="{FF2B5EF4-FFF2-40B4-BE49-F238E27FC236}">
                <a16:creationId xmlns:a16="http://schemas.microsoft.com/office/drawing/2014/main" id="{9447944F-F173-DA8D-1393-111715D34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2722" y="160558"/>
            <a:ext cx="994179" cy="95411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2B7CEF-B9F4-E362-F826-46F3322D80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358" b="95987" l="9524" r="89744">
                        <a14:foregroundMark x1="49817" y1="7692" x2="49817" y2="7692"/>
                        <a14:foregroundMark x1="43956" y1="73913" x2="43956" y2="73913"/>
                        <a14:foregroundMark x1="52015" y1="72910" x2="52015" y2="72910"/>
                        <a14:foregroundMark x1="62271" y1="74247" x2="62271" y2="74247"/>
                        <a14:foregroundMark x1="72894" y1="72910" x2="72894" y2="72910"/>
                        <a14:foregroundMark x1="84249" y1="72910" x2="84249" y2="72910"/>
                        <a14:foregroundMark x1="34799" y1="76254" x2="34799" y2="76254"/>
                        <a14:foregroundMark x1="29304" y1="75585" x2="29304" y2="75585"/>
                        <a14:foregroundMark x1="19048" y1="72910" x2="19048" y2="72910"/>
                        <a14:foregroundMark x1="33333" y1="92308" x2="33333" y2="92308"/>
                        <a14:foregroundMark x1="41026" y1="91639" x2="41026" y2="91639"/>
                        <a14:foregroundMark x1="45055" y1="91639" x2="45055" y2="91639"/>
                        <a14:foregroundMark x1="41026" y1="95987" x2="41026" y2="95987"/>
                        <a14:foregroundMark x1="54945" y1="90970" x2="54945" y2="90970"/>
                        <a14:foregroundMark x1="65934" y1="87960" x2="65934" y2="87960"/>
                        <a14:foregroundMark x1="48718" y1="32107" x2="48718" y2="321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99779" y="57160"/>
            <a:ext cx="1109678" cy="12153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16">
            <a:extLst>
              <a:ext uri="{FF2B5EF4-FFF2-40B4-BE49-F238E27FC236}">
                <a16:creationId xmlns:a16="http://schemas.microsoft.com/office/drawing/2014/main" id="{7EBA2975-843A-99A8-FE4B-55274062997A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99900" y="160559"/>
            <a:ext cx="1147067" cy="9541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EBC6E82-89CF-6627-FC5E-A84F3F117F2E}"/>
              </a:ext>
            </a:extLst>
          </p:cNvPr>
          <p:cNvSpPr txBox="1"/>
          <p:nvPr/>
        </p:nvSpPr>
        <p:spPr>
          <a:xfrm>
            <a:off x="7591049" y="2170665"/>
            <a:ext cx="451585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dirty="0"/>
              <a:t> Посил один: </a:t>
            </a:r>
          </a:p>
          <a:p>
            <a:pPr algn="ctr"/>
            <a:r>
              <a:rPr lang="uk-UA" dirty="0"/>
              <a:t>має бути баланс по продуктивності</a:t>
            </a:r>
          </a:p>
          <a:p>
            <a:pPr algn="ctr"/>
            <a:endParaRPr lang="uk-UA" dirty="0"/>
          </a:p>
          <a:p>
            <a:pPr algn="ctr"/>
            <a:r>
              <a:rPr lang="uk-UA" dirty="0"/>
              <a:t>Зверніть увагу </a:t>
            </a:r>
          </a:p>
          <a:p>
            <a:pPr algn="ctr"/>
            <a:r>
              <a:rPr lang="uk-UA" dirty="0"/>
              <a:t>на години в неробочий час, в випадку </a:t>
            </a:r>
            <a:r>
              <a:rPr lang="uk-UA" dirty="0" err="1"/>
              <a:t>тривог</a:t>
            </a:r>
            <a:r>
              <a:rPr lang="uk-UA" dirty="0"/>
              <a:t> зранку, не потрібно бути на магазині і </a:t>
            </a:r>
            <a:r>
              <a:rPr lang="uk-UA" dirty="0" err="1"/>
              <a:t>букувати</a:t>
            </a:r>
            <a:r>
              <a:rPr lang="uk-UA" dirty="0"/>
              <a:t> години. </a:t>
            </a:r>
          </a:p>
        </p:txBody>
      </p:sp>
      <p:graphicFrame>
        <p:nvGraphicFramePr>
          <p:cNvPr id="5" name="Таблиця 4">
            <a:extLst>
              <a:ext uri="{FF2B5EF4-FFF2-40B4-BE49-F238E27FC236}">
                <a16:creationId xmlns:a16="http://schemas.microsoft.com/office/drawing/2014/main" id="{65C80AA8-A8E4-28A8-ACE9-646E361EB4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153257"/>
              </p:ext>
            </p:extLst>
          </p:nvPr>
        </p:nvGraphicFramePr>
        <p:xfrm>
          <a:off x="529387" y="1402605"/>
          <a:ext cx="6777792" cy="2455522"/>
        </p:xfrm>
        <a:graphic>
          <a:graphicData uri="http://schemas.openxmlformats.org/drawingml/2006/table">
            <a:tbl>
              <a:tblPr/>
              <a:tblGrid>
                <a:gridCol w="1092772">
                  <a:extLst>
                    <a:ext uri="{9D8B030D-6E8A-4147-A177-3AD203B41FA5}">
                      <a16:colId xmlns:a16="http://schemas.microsoft.com/office/drawing/2014/main" val="3981745024"/>
                    </a:ext>
                  </a:extLst>
                </a:gridCol>
                <a:gridCol w="1743233">
                  <a:extLst>
                    <a:ext uri="{9D8B030D-6E8A-4147-A177-3AD203B41FA5}">
                      <a16:colId xmlns:a16="http://schemas.microsoft.com/office/drawing/2014/main" val="273812294"/>
                    </a:ext>
                  </a:extLst>
                </a:gridCol>
                <a:gridCol w="663470">
                  <a:extLst>
                    <a:ext uri="{9D8B030D-6E8A-4147-A177-3AD203B41FA5}">
                      <a16:colId xmlns:a16="http://schemas.microsoft.com/office/drawing/2014/main" val="1854348402"/>
                    </a:ext>
                  </a:extLst>
                </a:gridCol>
                <a:gridCol w="533378">
                  <a:extLst>
                    <a:ext uri="{9D8B030D-6E8A-4147-A177-3AD203B41FA5}">
                      <a16:colId xmlns:a16="http://schemas.microsoft.com/office/drawing/2014/main" val="4192301374"/>
                    </a:ext>
                  </a:extLst>
                </a:gridCol>
                <a:gridCol w="520367">
                  <a:extLst>
                    <a:ext uri="{9D8B030D-6E8A-4147-A177-3AD203B41FA5}">
                      <a16:colId xmlns:a16="http://schemas.microsoft.com/office/drawing/2014/main" val="3081277194"/>
                    </a:ext>
                  </a:extLst>
                </a:gridCol>
                <a:gridCol w="520367">
                  <a:extLst>
                    <a:ext uri="{9D8B030D-6E8A-4147-A177-3AD203B41FA5}">
                      <a16:colId xmlns:a16="http://schemas.microsoft.com/office/drawing/2014/main" val="299624574"/>
                    </a:ext>
                  </a:extLst>
                </a:gridCol>
                <a:gridCol w="637451">
                  <a:extLst>
                    <a:ext uri="{9D8B030D-6E8A-4147-A177-3AD203B41FA5}">
                      <a16:colId xmlns:a16="http://schemas.microsoft.com/office/drawing/2014/main" val="1280462240"/>
                    </a:ext>
                  </a:extLst>
                </a:gridCol>
                <a:gridCol w="416294">
                  <a:extLst>
                    <a:ext uri="{9D8B030D-6E8A-4147-A177-3AD203B41FA5}">
                      <a16:colId xmlns:a16="http://schemas.microsoft.com/office/drawing/2014/main" val="3914010634"/>
                    </a:ext>
                  </a:extLst>
                </a:gridCol>
                <a:gridCol w="650460">
                  <a:extLst>
                    <a:ext uri="{9D8B030D-6E8A-4147-A177-3AD203B41FA5}">
                      <a16:colId xmlns:a16="http://schemas.microsoft.com/office/drawing/2014/main" val="3741372204"/>
                    </a:ext>
                  </a:extLst>
                </a:gridCol>
              </a:tblGrid>
              <a:tr h="6308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</a:t>
                      </a: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Produc</a:t>
                      </a: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-</a:t>
                      </a:r>
                      <a:b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tivity</a:t>
                      </a:r>
                      <a:b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Aug</a:t>
                      </a:r>
                      <a:endParaRPr lang="uk-UA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prod.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Weekend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Factor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Aug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Work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(fixed)/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opening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hours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Aug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var.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work/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opening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hours prev.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Short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sick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abs. %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Aug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FY acc.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Produc-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tivity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407695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Site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UAH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UAH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82025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1017DISTR02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East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2 842,3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4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2,8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7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1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6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2 753,3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D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503812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1017DISTR05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South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2 594,7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4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8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D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67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2 519,7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459803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1017DISTR06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Kyiv East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3 103,9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1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A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77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3 099,2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696814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1017DISTR07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Kyiv South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2 810,3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93,8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B7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3 007,8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150111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1017DISTR10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Dnipro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2 450,2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A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97,1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26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2 735,1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283333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[-] 1017REG01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Region 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2 766,4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2 846,3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8078032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1017DISTR01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Center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2 978,4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2 780,8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942664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1017DISTR03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Podil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3 452,8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121,7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F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2 923,2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9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225176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1017DISTR04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West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3 747,6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D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125,7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0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3 134,1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472296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1017DISTR08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Kyiv North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2 991,0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7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C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3 034,9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8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696921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1017DISTR09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Volyn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3 688,1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126,4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47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3 425,0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B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003145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[-] 1017REG02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Region 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3 383,8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3 060,9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448705"/>
                  </a:ext>
                </a:extLst>
              </a:tr>
              <a:tr h="1360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[-] 101701C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Stores excl Planned stores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3 097,3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2 962,6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608951"/>
                  </a:ext>
                </a:extLst>
              </a:tr>
            </a:tbl>
          </a:graphicData>
        </a:graphic>
      </p:graphicFrame>
      <p:graphicFrame>
        <p:nvGraphicFramePr>
          <p:cNvPr id="8" name="Таблиця 7">
            <a:extLst>
              <a:ext uri="{FF2B5EF4-FFF2-40B4-BE49-F238E27FC236}">
                <a16:creationId xmlns:a16="http://schemas.microsoft.com/office/drawing/2014/main" id="{66649935-8030-371C-6211-FE427DFE3F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668691"/>
              </p:ext>
            </p:extLst>
          </p:nvPr>
        </p:nvGraphicFramePr>
        <p:xfrm>
          <a:off x="529386" y="3936955"/>
          <a:ext cx="6777791" cy="2308324"/>
        </p:xfrm>
        <a:graphic>
          <a:graphicData uri="http://schemas.openxmlformats.org/drawingml/2006/table">
            <a:tbl>
              <a:tblPr/>
              <a:tblGrid>
                <a:gridCol w="1092772">
                  <a:extLst>
                    <a:ext uri="{9D8B030D-6E8A-4147-A177-3AD203B41FA5}">
                      <a16:colId xmlns:a16="http://schemas.microsoft.com/office/drawing/2014/main" val="3490974013"/>
                    </a:ext>
                  </a:extLst>
                </a:gridCol>
                <a:gridCol w="1743232">
                  <a:extLst>
                    <a:ext uri="{9D8B030D-6E8A-4147-A177-3AD203B41FA5}">
                      <a16:colId xmlns:a16="http://schemas.microsoft.com/office/drawing/2014/main" val="2926188809"/>
                    </a:ext>
                  </a:extLst>
                </a:gridCol>
                <a:gridCol w="663469">
                  <a:extLst>
                    <a:ext uri="{9D8B030D-6E8A-4147-A177-3AD203B41FA5}">
                      <a16:colId xmlns:a16="http://schemas.microsoft.com/office/drawing/2014/main" val="4179621245"/>
                    </a:ext>
                  </a:extLst>
                </a:gridCol>
                <a:gridCol w="533377">
                  <a:extLst>
                    <a:ext uri="{9D8B030D-6E8A-4147-A177-3AD203B41FA5}">
                      <a16:colId xmlns:a16="http://schemas.microsoft.com/office/drawing/2014/main" val="1362962685"/>
                    </a:ext>
                  </a:extLst>
                </a:gridCol>
                <a:gridCol w="520368">
                  <a:extLst>
                    <a:ext uri="{9D8B030D-6E8A-4147-A177-3AD203B41FA5}">
                      <a16:colId xmlns:a16="http://schemas.microsoft.com/office/drawing/2014/main" val="1724897377"/>
                    </a:ext>
                  </a:extLst>
                </a:gridCol>
                <a:gridCol w="520368">
                  <a:extLst>
                    <a:ext uri="{9D8B030D-6E8A-4147-A177-3AD203B41FA5}">
                      <a16:colId xmlns:a16="http://schemas.microsoft.com/office/drawing/2014/main" val="1361573490"/>
                    </a:ext>
                  </a:extLst>
                </a:gridCol>
                <a:gridCol w="637451">
                  <a:extLst>
                    <a:ext uri="{9D8B030D-6E8A-4147-A177-3AD203B41FA5}">
                      <a16:colId xmlns:a16="http://schemas.microsoft.com/office/drawing/2014/main" val="4053820178"/>
                    </a:ext>
                  </a:extLst>
                </a:gridCol>
                <a:gridCol w="416294">
                  <a:extLst>
                    <a:ext uri="{9D8B030D-6E8A-4147-A177-3AD203B41FA5}">
                      <a16:colId xmlns:a16="http://schemas.microsoft.com/office/drawing/2014/main" val="1388484601"/>
                    </a:ext>
                  </a:extLst>
                </a:gridCol>
                <a:gridCol w="650460">
                  <a:extLst>
                    <a:ext uri="{9D8B030D-6E8A-4147-A177-3AD203B41FA5}">
                      <a16:colId xmlns:a16="http://schemas.microsoft.com/office/drawing/2014/main" val="4035327417"/>
                    </a:ext>
                  </a:extLst>
                </a:gridCol>
              </a:tblGrid>
              <a:tr h="707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</a:t>
                      </a: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Produc</a:t>
                      </a: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-</a:t>
                      </a:r>
                      <a:b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tivity</a:t>
                      </a:r>
                      <a:b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Aug</a:t>
                      </a:r>
                      <a:endParaRPr lang="uk-UA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prod.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Weekend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Factor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Aug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Work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(fixed)/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opening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hours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Aug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var.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work/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opening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hours prev.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Short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sick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abs. %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Aug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FY acc.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Produc-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tivity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4166016"/>
                  </a:ext>
                </a:extLst>
              </a:tr>
              <a:tr h="1455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Site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UAH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UAH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544118"/>
                  </a:ext>
                </a:extLst>
              </a:tr>
              <a:tr h="1455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J015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SkyMall, Kyiv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2 341,0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109,7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86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7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6,6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2 484,7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711271"/>
                  </a:ext>
                </a:extLst>
              </a:tr>
              <a:tr h="1455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J027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Kvadrat, Kyiv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2 367,2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5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2,6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47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8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2 422,1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5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354842"/>
                  </a:ext>
                </a:extLst>
              </a:tr>
              <a:tr h="1455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J029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Prospect, Kyiv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2 960,7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2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A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3 210,3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655815"/>
                  </a:ext>
                </a:extLst>
              </a:tr>
              <a:tr h="1455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J104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Pohreby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2 264,5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81,4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2,7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5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2 442,2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6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604045"/>
                  </a:ext>
                </a:extLst>
              </a:tr>
              <a:tr h="1455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J109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LIvoberegna, Kyiv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1 879,3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47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82,6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5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2 400,0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3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478756"/>
                  </a:ext>
                </a:extLst>
              </a:tr>
              <a:tr h="1455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J120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Rayon, Kyiv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5268845"/>
                  </a:ext>
                </a:extLst>
              </a:tr>
              <a:tr h="1455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J009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Terminal, Brovary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4 566,1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E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2,9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6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5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4 258,5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672937"/>
                  </a:ext>
                </a:extLst>
              </a:tr>
              <a:tr h="1455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J035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Hollywood, Chernigiv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2 153,4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2,9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8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3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2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2 191,8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118538"/>
                  </a:ext>
                </a:extLst>
              </a:tr>
              <a:tr h="1455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J050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TSUM, Chernihiv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2 510,4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E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142,5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C5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C9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1 958,3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3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404290"/>
                  </a:ext>
                </a:extLst>
              </a:tr>
              <a:tr h="1455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J121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Inzhur Park, Brovary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618253"/>
                  </a:ext>
                </a:extLst>
              </a:tr>
            </a:tbl>
          </a:graphicData>
        </a:graphic>
      </p:graphicFrame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3F0A32B-D730-03C7-296E-3F3E6E997B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6571" y="4675616"/>
            <a:ext cx="1684808" cy="141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7737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itle">
  <a:themeElements>
    <a:clrScheme name="JYSK template">
      <a:dk1>
        <a:srgbClr val="565655"/>
      </a:dk1>
      <a:lt1>
        <a:sysClr val="window" lastClr="FFFFFF"/>
      </a:lt1>
      <a:dk2>
        <a:srgbClr val="565655"/>
      </a:dk2>
      <a:lt2>
        <a:srgbClr val="D0CECE"/>
      </a:lt2>
      <a:accent1>
        <a:srgbClr val="143C8A"/>
      </a:accent1>
      <a:accent2>
        <a:srgbClr val="4BA4DF"/>
      </a:accent2>
      <a:accent3>
        <a:srgbClr val="9CC3E5"/>
      </a:accent3>
      <a:accent4>
        <a:srgbClr val="2E75B5"/>
      </a:accent4>
      <a:accent5>
        <a:srgbClr val="48A1FA"/>
      </a:accent5>
      <a:accent6>
        <a:srgbClr val="034A90"/>
      </a:accent6>
      <a:hlink>
        <a:srgbClr val="0563C1"/>
      </a:hlink>
      <a:folHlink>
        <a:srgbClr val="4BA4DF"/>
      </a:folHlink>
    </a:clrScheme>
    <a:fontScheme name="Custom 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YSK outdoor FY25_final" id="{8100059A-FE25-D74A-ABE1-ABA0C8FCE5E2}" vid="{3B21D9F9-7C3B-C446-9012-831E7041ABE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4F66457922CD439B4C537E3463C4CC" ma:contentTypeVersion="6" ma:contentTypeDescription="Create a new document." ma:contentTypeScope="" ma:versionID="c8d6c77a410fa0bd3f420563346993da">
  <xsd:schema xmlns:xsd="http://www.w3.org/2001/XMLSchema" xmlns:xs="http://www.w3.org/2001/XMLSchema" xmlns:p="http://schemas.microsoft.com/office/2006/metadata/properties" xmlns:ns2="5cae242a-ff90-464e-a0a2-2418b7e71834" xmlns:ns3="33f7f070-486a-46d9-a80b-dc499a041972" targetNamespace="http://schemas.microsoft.com/office/2006/metadata/properties" ma:root="true" ma:fieldsID="7cfe056fc2c5cf27e494002764c97e6b" ns2:_="" ns3:_="">
    <xsd:import namespace="5cae242a-ff90-464e-a0a2-2418b7e71834"/>
    <xsd:import namespace="33f7f070-486a-46d9-a80b-dc499a04197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ae242a-ff90-464e-a0a2-2418b7e7183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f7f070-486a-46d9-a80b-dc499a0419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1F195D3-AA43-47D5-B789-72A185EB4E16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5cae242a-ff90-464e-a0a2-2418b7e71834"/>
    <ds:schemaRef ds:uri="http://purl.org/dc/terms/"/>
    <ds:schemaRef ds:uri="http://purl.org/dc/dcmitype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33f7f070-486a-46d9-a80b-dc499a041972"/>
  </ds:schemaRefs>
</ds:datastoreItem>
</file>

<file path=customXml/itemProps2.xml><?xml version="1.0" encoding="utf-8"?>
<ds:datastoreItem xmlns:ds="http://schemas.openxmlformats.org/officeDocument/2006/customXml" ds:itemID="{F0DFC219-5C63-44C3-9B0E-2D344DD5FE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ae242a-ff90-464e-a0a2-2418b7e71834"/>
    <ds:schemaRef ds:uri="33f7f070-486a-46d9-a80b-dc499a0419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3961E08-7722-4D45-A65D-7F516A026F7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JYSK outdoor FY25</Template>
  <TotalTime>2575</TotalTime>
  <Words>2521</Words>
  <Application>Microsoft Office PowerPoint</Application>
  <PresentationFormat>Широкий екран</PresentationFormat>
  <Paragraphs>1333</Paragraphs>
  <Slides>11</Slides>
  <Notes>1</Notes>
  <HiddenSlides>0</HiddenSlides>
  <MMClips>0</MMClips>
  <ScaleCrop>false</ScaleCrop>
  <HeadingPairs>
    <vt:vector size="8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Вбудовані сервери OLE</vt:lpstr>
      </vt:variant>
      <vt:variant>
        <vt:i4>1</vt:i4>
      </vt:variant>
      <vt:variant>
        <vt:lpstr>Заголовки слайдів</vt:lpstr>
      </vt:variant>
      <vt:variant>
        <vt:i4>11</vt:i4>
      </vt:variant>
    </vt:vector>
  </HeadingPairs>
  <TitlesOfParts>
    <vt:vector size="18" baseType="lpstr">
      <vt:lpstr>Arial</vt:lpstr>
      <vt:lpstr>Calibri</vt:lpstr>
      <vt:lpstr>Verdana</vt:lpstr>
      <vt:lpstr>Verdana Pro</vt:lpstr>
      <vt:lpstr>Wingdings</vt:lpstr>
      <vt:lpstr>Title</vt:lpstr>
      <vt:lpstr>Adobe Acrobat Document</vt:lpstr>
      <vt:lpstr>Презентація PowerPoint</vt:lpstr>
      <vt:lpstr>Презентація PowerPoint</vt:lpstr>
      <vt:lpstr>Домовленості:</vt:lpstr>
      <vt:lpstr>Презентація PowerPoint</vt:lpstr>
      <vt:lpstr>Презентація PowerPoint</vt:lpstr>
      <vt:lpstr>Виторг основна ціль</vt:lpstr>
      <vt:lpstr>Sales Index - Monthly Development ПЛАН</vt:lpstr>
      <vt:lpstr>Performance District </vt:lpstr>
      <vt:lpstr>Performance District Kyiv1 stores</vt:lpstr>
      <vt:lpstr>Sales Performance by Product area</vt:lpstr>
      <vt:lpstr>Productivity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Oleksandr Helevera</dc:creator>
  <cp:lastModifiedBy>Adam Sadkevich</cp:lastModifiedBy>
  <cp:revision>30</cp:revision>
  <dcterms:created xsi:type="dcterms:W3CDTF">2025-03-03T08:18:03Z</dcterms:created>
  <dcterms:modified xsi:type="dcterms:W3CDTF">2026-09-03T13:21:19Z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0x010100704F66457922CD439B4C537E3463C4CC</vt:lpwstr>
  </property>
</Properties>
</file>